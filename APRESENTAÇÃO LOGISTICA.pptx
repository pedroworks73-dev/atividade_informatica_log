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</p:sldMasterIdLst>
  <p:notesMasterIdLst>
    <p:notesMasterId r:id="rId14"/>
  </p:notesMasterIdLst>
  <p:sldIdLst>
    <p:sldId id="256" r:id="rId2"/>
    <p:sldId id="257" r:id="rId3"/>
    <p:sldId id="264" r:id="rId4"/>
    <p:sldId id="293" r:id="rId5"/>
    <p:sldId id="294" r:id="rId6"/>
    <p:sldId id="295" r:id="rId7"/>
    <p:sldId id="296" r:id="rId8"/>
    <p:sldId id="297" r:id="rId9"/>
    <p:sldId id="289" r:id="rId10"/>
    <p:sldId id="290" r:id="rId11"/>
    <p:sldId id="291" r:id="rId12"/>
    <p:sldId id="292" r:id="rId13"/>
  </p:sldIdLst>
  <p:sldSz cx="9144000" cy="5143500" type="screen16x9"/>
  <p:notesSz cx="6858000" cy="9144000"/>
  <p:embeddedFontLst>
    <p:embeddedFont>
      <p:font typeface="Bebas Neue" panose="020B0604020202020204" charset="0"/>
      <p:regular r:id="rId15"/>
    </p:embeddedFont>
    <p:embeddedFont>
      <p:font typeface="Red Hat Text" panose="020B0604020202020204" charset="0"/>
      <p:regular r:id="rId16"/>
      <p:bold r:id="rId17"/>
      <p:italic r:id="rId18"/>
      <p:boldItalic r:id="rId19"/>
    </p:embeddedFont>
    <p:embeddedFont>
      <p:font typeface="Squada One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A7E"/>
    <a:srgbClr val="006437"/>
    <a:srgbClr val="016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3A7A6D-19AB-415F-8503-73DB612D2428}">
  <a:tblStyle styleId="{D33A7A6D-19AB-415F-8503-73DB612D24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g101c9c1d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9" name="Google Shape;2569;g101c9c1d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346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651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2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11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155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888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922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808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g101b61fec8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6" name="Google Shape;2626;g101b61fec8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64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25" y="2821283"/>
            <a:ext cx="9143970" cy="4735597"/>
          </a:xfrm>
          <a:custGeom>
            <a:avLst/>
            <a:gdLst/>
            <a:ahLst/>
            <a:cxnLst/>
            <a:rect l="l" t="t" r="r" b="b"/>
            <a:pathLst>
              <a:path w="38535" h="19957" extrusionOk="0">
                <a:moveTo>
                  <a:pt x="0" y="1"/>
                </a:moveTo>
                <a:lnTo>
                  <a:pt x="0" y="19957"/>
                </a:lnTo>
                <a:lnTo>
                  <a:pt x="38534" y="19833"/>
                </a:lnTo>
                <a:lnTo>
                  <a:pt x="38534" y="140"/>
                </a:lnTo>
                <a:lnTo>
                  <a:pt x="19266" y="4680"/>
                </a:lnTo>
                <a:close/>
              </a:path>
            </a:pathLst>
          </a:custGeom>
          <a:solidFill>
            <a:srgbClr val="0E0F21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311319" y="-1037949"/>
            <a:ext cx="6521362" cy="6870410"/>
            <a:chOff x="2335203" y="-1037949"/>
            <a:chExt cx="6521362" cy="6870410"/>
          </a:xfrm>
        </p:grpSpPr>
        <p:sp>
          <p:nvSpPr>
            <p:cNvPr id="11" name="Google Shape;11;p2"/>
            <p:cNvSpPr/>
            <p:nvPr/>
          </p:nvSpPr>
          <p:spPr>
            <a:xfrm>
              <a:off x="4061819" y="-1037949"/>
              <a:ext cx="3056643" cy="6870410"/>
            </a:xfrm>
            <a:custGeom>
              <a:avLst/>
              <a:gdLst/>
              <a:ahLst/>
              <a:cxnLst/>
              <a:rect l="l" t="t" r="r" b="b"/>
              <a:pathLst>
                <a:path w="62556" h="140607" extrusionOk="0">
                  <a:moveTo>
                    <a:pt x="32515" y="1"/>
                  </a:moveTo>
                  <a:cubicBezTo>
                    <a:pt x="30910" y="1"/>
                    <a:pt x="29589" y="1298"/>
                    <a:pt x="29567" y="2915"/>
                  </a:cubicBezTo>
                  <a:cubicBezTo>
                    <a:pt x="29575" y="3059"/>
                    <a:pt x="29590" y="3203"/>
                    <a:pt x="29605" y="3348"/>
                  </a:cubicBezTo>
                  <a:cubicBezTo>
                    <a:pt x="29127" y="3970"/>
                    <a:pt x="28861" y="4736"/>
                    <a:pt x="28861" y="5518"/>
                  </a:cubicBezTo>
                  <a:cubicBezTo>
                    <a:pt x="28861" y="5609"/>
                    <a:pt x="28861" y="5693"/>
                    <a:pt x="28869" y="5776"/>
                  </a:cubicBezTo>
                  <a:cubicBezTo>
                    <a:pt x="28398" y="6474"/>
                    <a:pt x="28140" y="7294"/>
                    <a:pt x="28140" y="8129"/>
                  </a:cubicBezTo>
                  <a:lnTo>
                    <a:pt x="28140" y="8205"/>
                  </a:lnTo>
                  <a:cubicBezTo>
                    <a:pt x="27692" y="8933"/>
                    <a:pt x="27442" y="9768"/>
                    <a:pt x="27427" y="10625"/>
                  </a:cubicBezTo>
                  <a:cubicBezTo>
                    <a:pt x="27002" y="11369"/>
                    <a:pt x="26759" y="12196"/>
                    <a:pt x="26714" y="13054"/>
                  </a:cubicBezTo>
                  <a:cubicBezTo>
                    <a:pt x="26311" y="13805"/>
                    <a:pt x="26068" y="14632"/>
                    <a:pt x="26000" y="15482"/>
                  </a:cubicBezTo>
                  <a:cubicBezTo>
                    <a:pt x="25621" y="16233"/>
                    <a:pt x="25378" y="17061"/>
                    <a:pt x="25294" y="17903"/>
                  </a:cubicBezTo>
                  <a:cubicBezTo>
                    <a:pt x="24923" y="18669"/>
                    <a:pt x="24687" y="19489"/>
                    <a:pt x="24589" y="20339"/>
                  </a:cubicBezTo>
                  <a:cubicBezTo>
                    <a:pt x="24232" y="21106"/>
                    <a:pt x="23997" y="21918"/>
                    <a:pt x="23890" y="22760"/>
                  </a:cubicBezTo>
                  <a:cubicBezTo>
                    <a:pt x="23541" y="23526"/>
                    <a:pt x="23306" y="24338"/>
                    <a:pt x="23185" y="25173"/>
                  </a:cubicBezTo>
                  <a:cubicBezTo>
                    <a:pt x="22843" y="25955"/>
                    <a:pt x="22608" y="26767"/>
                    <a:pt x="22487" y="27602"/>
                  </a:cubicBezTo>
                  <a:cubicBezTo>
                    <a:pt x="22145" y="28383"/>
                    <a:pt x="21910" y="29203"/>
                    <a:pt x="21781" y="30045"/>
                  </a:cubicBezTo>
                  <a:cubicBezTo>
                    <a:pt x="21454" y="30827"/>
                    <a:pt x="21219" y="31639"/>
                    <a:pt x="21083" y="32474"/>
                  </a:cubicBezTo>
                  <a:cubicBezTo>
                    <a:pt x="20764" y="33248"/>
                    <a:pt x="20529" y="34060"/>
                    <a:pt x="20384" y="34887"/>
                  </a:cubicBezTo>
                  <a:cubicBezTo>
                    <a:pt x="20073" y="35676"/>
                    <a:pt x="19838" y="36488"/>
                    <a:pt x="19694" y="37315"/>
                  </a:cubicBezTo>
                  <a:cubicBezTo>
                    <a:pt x="19383" y="38097"/>
                    <a:pt x="19147" y="38909"/>
                    <a:pt x="18996" y="39736"/>
                  </a:cubicBezTo>
                  <a:cubicBezTo>
                    <a:pt x="18692" y="40525"/>
                    <a:pt x="18457" y="41330"/>
                    <a:pt x="18297" y="42157"/>
                  </a:cubicBezTo>
                  <a:cubicBezTo>
                    <a:pt x="17994" y="42939"/>
                    <a:pt x="17766" y="43751"/>
                    <a:pt x="17607" y="44578"/>
                  </a:cubicBezTo>
                  <a:cubicBezTo>
                    <a:pt x="17303" y="45367"/>
                    <a:pt x="17068" y="46179"/>
                    <a:pt x="16909" y="47006"/>
                  </a:cubicBezTo>
                  <a:cubicBezTo>
                    <a:pt x="16605" y="47795"/>
                    <a:pt x="16378" y="48607"/>
                    <a:pt x="16211" y="49435"/>
                  </a:cubicBezTo>
                  <a:cubicBezTo>
                    <a:pt x="15915" y="50224"/>
                    <a:pt x="15679" y="51043"/>
                    <a:pt x="15512" y="51871"/>
                  </a:cubicBezTo>
                  <a:cubicBezTo>
                    <a:pt x="15216" y="52667"/>
                    <a:pt x="14981" y="53479"/>
                    <a:pt x="14807" y="54307"/>
                  </a:cubicBezTo>
                  <a:cubicBezTo>
                    <a:pt x="14518" y="55103"/>
                    <a:pt x="14291" y="55915"/>
                    <a:pt x="14116" y="56750"/>
                  </a:cubicBezTo>
                  <a:cubicBezTo>
                    <a:pt x="13828" y="57539"/>
                    <a:pt x="13592" y="58359"/>
                    <a:pt x="13418" y="59186"/>
                  </a:cubicBezTo>
                  <a:cubicBezTo>
                    <a:pt x="13129" y="59975"/>
                    <a:pt x="12894" y="60787"/>
                    <a:pt x="12712" y="61615"/>
                  </a:cubicBezTo>
                  <a:cubicBezTo>
                    <a:pt x="12431" y="62404"/>
                    <a:pt x="12204" y="63216"/>
                    <a:pt x="12022" y="64043"/>
                  </a:cubicBezTo>
                  <a:cubicBezTo>
                    <a:pt x="11741" y="64832"/>
                    <a:pt x="11513" y="65637"/>
                    <a:pt x="11331" y="66464"/>
                  </a:cubicBezTo>
                  <a:cubicBezTo>
                    <a:pt x="11050" y="67253"/>
                    <a:pt x="10815" y="68058"/>
                    <a:pt x="10633" y="68877"/>
                  </a:cubicBezTo>
                  <a:cubicBezTo>
                    <a:pt x="10360" y="69674"/>
                    <a:pt x="10124" y="70478"/>
                    <a:pt x="9942" y="71298"/>
                  </a:cubicBezTo>
                  <a:cubicBezTo>
                    <a:pt x="9669" y="72095"/>
                    <a:pt x="9434" y="72907"/>
                    <a:pt x="9252" y="73726"/>
                  </a:cubicBezTo>
                  <a:cubicBezTo>
                    <a:pt x="8978" y="74516"/>
                    <a:pt x="8743" y="75328"/>
                    <a:pt x="8561" y="76147"/>
                  </a:cubicBezTo>
                  <a:cubicBezTo>
                    <a:pt x="8280" y="76936"/>
                    <a:pt x="8053" y="77748"/>
                    <a:pt x="7863" y="78568"/>
                  </a:cubicBezTo>
                  <a:cubicBezTo>
                    <a:pt x="7590" y="79357"/>
                    <a:pt x="7362" y="80169"/>
                    <a:pt x="7172" y="80996"/>
                  </a:cubicBezTo>
                  <a:cubicBezTo>
                    <a:pt x="6899" y="81786"/>
                    <a:pt x="6671" y="82590"/>
                    <a:pt x="6482" y="83410"/>
                  </a:cubicBezTo>
                  <a:cubicBezTo>
                    <a:pt x="6208" y="84199"/>
                    <a:pt x="5981" y="85003"/>
                    <a:pt x="5776" y="85831"/>
                  </a:cubicBezTo>
                  <a:cubicBezTo>
                    <a:pt x="5579" y="86658"/>
                    <a:pt x="5283" y="87432"/>
                    <a:pt x="5085" y="88251"/>
                  </a:cubicBezTo>
                  <a:cubicBezTo>
                    <a:pt x="4888" y="89063"/>
                    <a:pt x="4592" y="89853"/>
                    <a:pt x="4395" y="90680"/>
                  </a:cubicBezTo>
                  <a:cubicBezTo>
                    <a:pt x="4197" y="91507"/>
                    <a:pt x="3909" y="92243"/>
                    <a:pt x="3719" y="93040"/>
                  </a:cubicBezTo>
                  <a:cubicBezTo>
                    <a:pt x="3530" y="93837"/>
                    <a:pt x="3196" y="94702"/>
                    <a:pt x="2991" y="95552"/>
                  </a:cubicBezTo>
                  <a:cubicBezTo>
                    <a:pt x="2778" y="96409"/>
                    <a:pt x="2498" y="97168"/>
                    <a:pt x="2300" y="97995"/>
                  </a:cubicBezTo>
                  <a:cubicBezTo>
                    <a:pt x="2095" y="98815"/>
                    <a:pt x="1792" y="99597"/>
                    <a:pt x="1602" y="100409"/>
                  </a:cubicBezTo>
                  <a:cubicBezTo>
                    <a:pt x="593" y="103444"/>
                    <a:pt x="77" y="106616"/>
                    <a:pt x="69" y="109811"/>
                  </a:cubicBezTo>
                  <a:cubicBezTo>
                    <a:pt x="1" y="126765"/>
                    <a:pt x="13926" y="140546"/>
                    <a:pt x="31183" y="140607"/>
                  </a:cubicBezTo>
                  <a:cubicBezTo>
                    <a:pt x="31217" y="140607"/>
                    <a:pt x="31250" y="140607"/>
                    <a:pt x="31283" y="140607"/>
                  </a:cubicBezTo>
                  <a:cubicBezTo>
                    <a:pt x="48494" y="140607"/>
                    <a:pt x="62465" y="126922"/>
                    <a:pt x="62533" y="110001"/>
                  </a:cubicBezTo>
                  <a:cubicBezTo>
                    <a:pt x="62556" y="106950"/>
                    <a:pt x="62108" y="103915"/>
                    <a:pt x="61205" y="101001"/>
                  </a:cubicBezTo>
                  <a:cubicBezTo>
                    <a:pt x="61030" y="100166"/>
                    <a:pt x="60818" y="99346"/>
                    <a:pt x="60575" y="98549"/>
                  </a:cubicBezTo>
                  <a:cubicBezTo>
                    <a:pt x="60393" y="97730"/>
                    <a:pt x="60180" y="96910"/>
                    <a:pt x="59937" y="96113"/>
                  </a:cubicBezTo>
                  <a:cubicBezTo>
                    <a:pt x="59687" y="95317"/>
                    <a:pt x="59535" y="94436"/>
                    <a:pt x="59285" y="93632"/>
                  </a:cubicBezTo>
                  <a:cubicBezTo>
                    <a:pt x="59027" y="92820"/>
                    <a:pt x="58890" y="92000"/>
                    <a:pt x="58647" y="91203"/>
                  </a:cubicBezTo>
                  <a:cubicBezTo>
                    <a:pt x="58480" y="90376"/>
                    <a:pt x="58268" y="89572"/>
                    <a:pt x="58010" y="88775"/>
                  </a:cubicBezTo>
                  <a:cubicBezTo>
                    <a:pt x="57835" y="87955"/>
                    <a:pt x="57630" y="87136"/>
                    <a:pt x="57388" y="86354"/>
                  </a:cubicBezTo>
                  <a:cubicBezTo>
                    <a:pt x="57137" y="85565"/>
                    <a:pt x="56993" y="84723"/>
                    <a:pt x="56750" y="83926"/>
                  </a:cubicBezTo>
                  <a:cubicBezTo>
                    <a:pt x="56500" y="83129"/>
                    <a:pt x="56363" y="82294"/>
                    <a:pt x="56113" y="81497"/>
                  </a:cubicBezTo>
                  <a:cubicBezTo>
                    <a:pt x="55862" y="80700"/>
                    <a:pt x="55726" y="79866"/>
                    <a:pt x="55475" y="79069"/>
                  </a:cubicBezTo>
                  <a:cubicBezTo>
                    <a:pt x="55308" y="78242"/>
                    <a:pt x="55088" y="77430"/>
                    <a:pt x="54830" y="76625"/>
                  </a:cubicBezTo>
                  <a:cubicBezTo>
                    <a:pt x="54671" y="75798"/>
                    <a:pt x="54458" y="74986"/>
                    <a:pt x="54193" y="74182"/>
                  </a:cubicBezTo>
                  <a:cubicBezTo>
                    <a:pt x="54026" y="73362"/>
                    <a:pt x="53813" y="72543"/>
                    <a:pt x="53563" y="71746"/>
                  </a:cubicBezTo>
                  <a:cubicBezTo>
                    <a:pt x="53388" y="70919"/>
                    <a:pt x="53176" y="70107"/>
                    <a:pt x="52918" y="69302"/>
                  </a:cubicBezTo>
                  <a:cubicBezTo>
                    <a:pt x="52751" y="68475"/>
                    <a:pt x="52538" y="67663"/>
                    <a:pt x="52280" y="66858"/>
                  </a:cubicBezTo>
                  <a:cubicBezTo>
                    <a:pt x="52121" y="66031"/>
                    <a:pt x="51901" y="65219"/>
                    <a:pt x="51635" y="64422"/>
                  </a:cubicBezTo>
                  <a:cubicBezTo>
                    <a:pt x="51476" y="63595"/>
                    <a:pt x="51263" y="62776"/>
                    <a:pt x="50998" y="61971"/>
                  </a:cubicBezTo>
                  <a:cubicBezTo>
                    <a:pt x="50838" y="61144"/>
                    <a:pt x="50626" y="60332"/>
                    <a:pt x="50353" y="59535"/>
                  </a:cubicBezTo>
                  <a:cubicBezTo>
                    <a:pt x="50201" y="58708"/>
                    <a:pt x="49988" y="57896"/>
                    <a:pt x="49715" y="57099"/>
                  </a:cubicBezTo>
                  <a:cubicBezTo>
                    <a:pt x="49563" y="56265"/>
                    <a:pt x="49351" y="55452"/>
                    <a:pt x="49085" y="54648"/>
                  </a:cubicBezTo>
                  <a:cubicBezTo>
                    <a:pt x="48934" y="53821"/>
                    <a:pt x="48714" y="53009"/>
                    <a:pt x="48440" y="52212"/>
                  </a:cubicBezTo>
                  <a:cubicBezTo>
                    <a:pt x="48289" y="51377"/>
                    <a:pt x="48076" y="50565"/>
                    <a:pt x="47803" y="49761"/>
                  </a:cubicBezTo>
                  <a:cubicBezTo>
                    <a:pt x="47659" y="48934"/>
                    <a:pt x="47439" y="48122"/>
                    <a:pt x="47158" y="47325"/>
                  </a:cubicBezTo>
                  <a:cubicBezTo>
                    <a:pt x="47014" y="46498"/>
                    <a:pt x="46801" y="45678"/>
                    <a:pt x="46520" y="44889"/>
                  </a:cubicBezTo>
                  <a:cubicBezTo>
                    <a:pt x="46376" y="44054"/>
                    <a:pt x="46164" y="43235"/>
                    <a:pt x="45883" y="42438"/>
                  </a:cubicBezTo>
                  <a:cubicBezTo>
                    <a:pt x="45746" y="41610"/>
                    <a:pt x="45534" y="40798"/>
                    <a:pt x="45238" y="40002"/>
                  </a:cubicBezTo>
                  <a:cubicBezTo>
                    <a:pt x="45109" y="39174"/>
                    <a:pt x="44896" y="38355"/>
                    <a:pt x="44608" y="37566"/>
                  </a:cubicBezTo>
                  <a:cubicBezTo>
                    <a:pt x="44471" y="36738"/>
                    <a:pt x="44259" y="35926"/>
                    <a:pt x="43963" y="35137"/>
                  </a:cubicBezTo>
                  <a:cubicBezTo>
                    <a:pt x="43842" y="34302"/>
                    <a:pt x="43621" y="33483"/>
                    <a:pt x="43325" y="32686"/>
                  </a:cubicBezTo>
                  <a:cubicBezTo>
                    <a:pt x="43204" y="31859"/>
                    <a:pt x="42984" y="31039"/>
                    <a:pt x="42680" y="30250"/>
                  </a:cubicBezTo>
                  <a:cubicBezTo>
                    <a:pt x="42567" y="29415"/>
                    <a:pt x="42354" y="28596"/>
                    <a:pt x="42035" y="27814"/>
                  </a:cubicBezTo>
                  <a:cubicBezTo>
                    <a:pt x="41937" y="26972"/>
                    <a:pt x="41717" y="26152"/>
                    <a:pt x="41390" y="25363"/>
                  </a:cubicBezTo>
                  <a:cubicBezTo>
                    <a:pt x="41299" y="24528"/>
                    <a:pt x="41079" y="23708"/>
                    <a:pt x="40745" y="22927"/>
                  </a:cubicBezTo>
                  <a:cubicBezTo>
                    <a:pt x="40662" y="22084"/>
                    <a:pt x="40442" y="21265"/>
                    <a:pt x="40100" y="20491"/>
                  </a:cubicBezTo>
                  <a:cubicBezTo>
                    <a:pt x="40024" y="19641"/>
                    <a:pt x="39804" y="18814"/>
                    <a:pt x="39455" y="18040"/>
                  </a:cubicBezTo>
                  <a:cubicBezTo>
                    <a:pt x="39387" y="17197"/>
                    <a:pt x="39167" y="16378"/>
                    <a:pt x="38803" y="15611"/>
                  </a:cubicBezTo>
                  <a:cubicBezTo>
                    <a:pt x="38757" y="14769"/>
                    <a:pt x="38537" y="13934"/>
                    <a:pt x="38142" y="13175"/>
                  </a:cubicBezTo>
                  <a:cubicBezTo>
                    <a:pt x="38120" y="12325"/>
                    <a:pt x="37899" y="11483"/>
                    <a:pt x="37497" y="10732"/>
                  </a:cubicBezTo>
                  <a:cubicBezTo>
                    <a:pt x="37497" y="9874"/>
                    <a:pt x="37270" y="9032"/>
                    <a:pt x="36837" y="8288"/>
                  </a:cubicBezTo>
                  <a:cubicBezTo>
                    <a:pt x="36837" y="8242"/>
                    <a:pt x="36845" y="8205"/>
                    <a:pt x="36845" y="8159"/>
                  </a:cubicBezTo>
                  <a:cubicBezTo>
                    <a:pt x="36852" y="7339"/>
                    <a:pt x="36609" y="6535"/>
                    <a:pt x="36162" y="5852"/>
                  </a:cubicBezTo>
                  <a:cubicBezTo>
                    <a:pt x="36169" y="5746"/>
                    <a:pt x="36184" y="5647"/>
                    <a:pt x="36184" y="5541"/>
                  </a:cubicBezTo>
                  <a:cubicBezTo>
                    <a:pt x="36184" y="4774"/>
                    <a:pt x="35942" y="4031"/>
                    <a:pt x="35479" y="3416"/>
                  </a:cubicBezTo>
                  <a:cubicBezTo>
                    <a:pt x="35509" y="3257"/>
                    <a:pt x="35524" y="3097"/>
                    <a:pt x="35524" y="2930"/>
                  </a:cubicBezTo>
                  <a:cubicBezTo>
                    <a:pt x="35524" y="1321"/>
                    <a:pt x="34196" y="9"/>
                    <a:pt x="32557" y="1"/>
                  </a:cubicBezTo>
                  <a:cubicBezTo>
                    <a:pt x="32543" y="1"/>
                    <a:pt x="32529" y="1"/>
                    <a:pt x="32515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89685" y="-796807"/>
              <a:ext cx="3866881" cy="6592089"/>
            </a:xfrm>
            <a:custGeom>
              <a:avLst/>
              <a:gdLst/>
              <a:ahLst/>
              <a:cxnLst/>
              <a:rect l="l" t="t" r="r" b="b"/>
              <a:pathLst>
                <a:path w="79138" h="134911" extrusionOk="0">
                  <a:moveTo>
                    <a:pt x="75256" y="1"/>
                  </a:moveTo>
                  <a:cubicBezTo>
                    <a:pt x="73715" y="1"/>
                    <a:pt x="72050" y="847"/>
                    <a:pt x="71010" y="2306"/>
                  </a:cubicBezTo>
                  <a:cubicBezTo>
                    <a:pt x="70638" y="2814"/>
                    <a:pt x="70372" y="3383"/>
                    <a:pt x="70220" y="3990"/>
                  </a:cubicBezTo>
                  <a:cubicBezTo>
                    <a:pt x="69932" y="4264"/>
                    <a:pt x="69666" y="4567"/>
                    <a:pt x="69431" y="4886"/>
                  </a:cubicBezTo>
                  <a:cubicBezTo>
                    <a:pt x="69059" y="5410"/>
                    <a:pt x="68786" y="5986"/>
                    <a:pt x="68604" y="6601"/>
                  </a:cubicBezTo>
                  <a:cubicBezTo>
                    <a:pt x="68331" y="6867"/>
                    <a:pt x="68088" y="7155"/>
                    <a:pt x="67868" y="7466"/>
                  </a:cubicBezTo>
                  <a:cubicBezTo>
                    <a:pt x="67481" y="7990"/>
                    <a:pt x="67193" y="8574"/>
                    <a:pt x="67003" y="9204"/>
                  </a:cubicBezTo>
                  <a:cubicBezTo>
                    <a:pt x="66745" y="9462"/>
                    <a:pt x="66510" y="9743"/>
                    <a:pt x="66289" y="10046"/>
                  </a:cubicBezTo>
                  <a:cubicBezTo>
                    <a:pt x="65902" y="10585"/>
                    <a:pt x="65606" y="11177"/>
                    <a:pt x="65409" y="11807"/>
                  </a:cubicBezTo>
                  <a:cubicBezTo>
                    <a:pt x="65166" y="12065"/>
                    <a:pt x="64939" y="12338"/>
                    <a:pt x="64726" y="12627"/>
                  </a:cubicBezTo>
                  <a:cubicBezTo>
                    <a:pt x="64332" y="13173"/>
                    <a:pt x="64020" y="13780"/>
                    <a:pt x="63808" y="14417"/>
                  </a:cubicBezTo>
                  <a:cubicBezTo>
                    <a:pt x="63573" y="14668"/>
                    <a:pt x="63353" y="14926"/>
                    <a:pt x="63155" y="15207"/>
                  </a:cubicBezTo>
                  <a:cubicBezTo>
                    <a:pt x="62753" y="15768"/>
                    <a:pt x="62434" y="16383"/>
                    <a:pt x="62207" y="17036"/>
                  </a:cubicBezTo>
                  <a:cubicBezTo>
                    <a:pt x="61979" y="17278"/>
                    <a:pt x="61774" y="17529"/>
                    <a:pt x="61577" y="17795"/>
                  </a:cubicBezTo>
                  <a:cubicBezTo>
                    <a:pt x="61167" y="18364"/>
                    <a:pt x="60841" y="18986"/>
                    <a:pt x="60598" y="19646"/>
                  </a:cubicBezTo>
                  <a:cubicBezTo>
                    <a:pt x="60385" y="19874"/>
                    <a:pt x="60196" y="20117"/>
                    <a:pt x="60013" y="20375"/>
                  </a:cubicBezTo>
                  <a:cubicBezTo>
                    <a:pt x="59596" y="20959"/>
                    <a:pt x="59255" y="21589"/>
                    <a:pt x="58997" y="22257"/>
                  </a:cubicBezTo>
                  <a:cubicBezTo>
                    <a:pt x="58807" y="22469"/>
                    <a:pt x="58617" y="22712"/>
                    <a:pt x="58435" y="22955"/>
                  </a:cubicBezTo>
                  <a:cubicBezTo>
                    <a:pt x="58018" y="23539"/>
                    <a:pt x="57669" y="24169"/>
                    <a:pt x="57411" y="24845"/>
                  </a:cubicBezTo>
                  <a:cubicBezTo>
                    <a:pt x="57221" y="25065"/>
                    <a:pt x="57039" y="25292"/>
                    <a:pt x="56872" y="25535"/>
                  </a:cubicBezTo>
                  <a:cubicBezTo>
                    <a:pt x="56447" y="26127"/>
                    <a:pt x="56090" y="26764"/>
                    <a:pt x="55817" y="27440"/>
                  </a:cubicBezTo>
                  <a:cubicBezTo>
                    <a:pt x="55642" y="27660"/>
                    <a:pt x="55468" y="27880"/>
                    <a:pt x="55301" y="28115"/>
                  </a:cubicBezTo>
                  <a:cubicBezTo>
                    <a:pt x="54861" y="28722"/>
                    <a:pt x="54496" y="29375"/>
                    <a:pt x="54216" y="30073"/>
                  </a:cubicBezTo>
                  <a:cubicBezTo>
                    <a:pt x="54041" y="30271"/>
                    <a:pt x="53882" y="30475"/>
                    <a:pt x="53730" y="30696"/>
                  </a:cubicBezTo>
                  <a:cubicBezTo>
                    <a:pt x="53282" y="31310"/>
                    <a:pt x="52910" y="31978"/>
                    <a:pt x="52622" y="32676"/>
                  </a:cubicBezTo>
                  <a:cubicBezTo>
                    <a:pt x="52463" y="32866"/>
                    <a:pt x="52311" y="33071"/>
                    <a:pt x="52159" y="33276"/>
                  </a:cubicBezTo>
                  <a:cubicBezTo>
                    <a:pt x="51711" y="33906"/>
                    <a:pt x="51324" y="34581"/>
                    <a:pt x="51021" y="35287"/>
                  </a:cubicBezTo>
                  <a:lnTo>
                    <a:pt x="50581" y="35856"/>
                  </a:lnTo>
                  <a:cubicBezTo>
                    <a:pt x="50125" y="36493"/>
                    <a:pt x="49738" y="37176"/>
                    <a:pt x="49427" y="37897"/>
                  </a:cubicBezTo>
                  <a:lnTo>
                    <a:pt x="49017" y="38436"/>
                  </a:lnTo>
                  <a:cubicBezTo>
                    <a:pt x="48554" y="39081"/>
                    <a:pt x="48160" y="39772"/>
                    <a:pt x="47841" y="40508"/>
                  </a:cubicBezTo>
                  <a:lnTo>
                    <a:pt x="47446" y="41016"/>
                  </a:lnTo>
                  <a:cubicBezTo>
                    <a:pt x="46976" y="41669"/>
                    <a:pt x="46574" y="42367"/>
                    <a:pt x="46247" y="43103"/>
                  </a:cubicBezTo>
                  <a:cubicBezTo>
                    <a:pt x="46126" y="43263"/>
                    <a:pt x="45989" y="43437"/>
                    <a:pt x="45875" y="43596"/>
                  </a:cubicBezTo>
                  <a:cubicBezTo>
                    <a:pt x="45397" y="44257"/>
                    <a:pt x="44988" y="44970"/>
                    <a:pt x="44654" y="45714"/>
                  </a:cubicBezTo>
                  <a:lnTo>
                    <a:pt x="44305" y="46177"/>
                  </a:lnTo>
                  <a:cubicBezTo>
                    <a:pt x="43826" y="46852"/>
                    <a:pt x="43409" y="47573"/>
                    <a:pt x="43060" y="48324"/>
                  </a:cubicBezTo>
                  <a:lnTo>
                    <a:pt x="42741" y="48764"/>
                  </a:lnTo>
                  <a:cubicBezTo>
                    <a:pt x="42240" y="49447"/>
                    <a:pt x="41815" y="50176"/>
                    <a:pt x="41466" y="50942"/>
                  </a:cubicBezTo>
                  <a:cubicBezTo>
                    <a:pt x="41360" y="51071"/>
                    <a:pt x="41261" y="51208"/>
                    <a:pt x="41163" y="51345"/>
                  </a:cubicBezTo>
                  <a:cubicBezTo>
                    <a:pt x="40662" y="52035"/>
                    <a:pt x="40237" y="52779"/>
                    <a:pt x="39873" y="53545"/>
                  </a:cubicBezTo>
                  <a:lnTo>
                    <a:pt x="39592" y="53925"/>
                  </a:lnTo>
                  <a:cubicBezTo>
                    <a:pt x="39091" y="54638"/>
                    <a:pt x="38651" y="55382"/>
                    <a:pt x="38279" y="56164"/>
                  </a:cubicBezTo>
                  <a:cubicBezTo>
                    <a:pt x="38196" y="56277"/>
                    <a:pt x="38112" y="56384"/>
                    <a:pt x="38021" y="56505"/>
                  </a:cubicBezTo>
                  <a:cubicBezTo>
                    <a:pt x="37505" y="57218"/>
                    <a:pt x="37057" y="57977"/>
                    <a:pt x="36685" y="58774"/>
                  </a:cubicBezTo>
                  <a:lnTo>
                    <a:pt x="36450" y="59085"/>
                  </a:lnTo>
                  <a:cubicBezTo>
                    <a:pt x="35927" y="59814"/>
                    <a:pt x="35471" y="60588"/>
                    <a:pt x="35092" y="61392"/>
                  </a:cubicBezTo>
                  <a:cubicBezTo>
                    <a:pt x="35016" y="61483"/>
                    <a:pt x="34948" y="61574"/>
                    <a:pt x="34887" y="61665"/>
                  </a:cubicBezTo>
                  <a:cubicBezTo>
                    <a:pt x="34356" y="62402"/>
                    <a:pt x="33893" y="63183"/>
                    <a:pt x="33498" y="64003"/>
                  </a:cubicBezTo>
                  <a:lnTo>
                    <a:pt x="33308" y="64246"/>
                  </a:lnTo>
                  <a:cubicBezTo>
                    <a:pt x="32770" y="64989"/>
                    <a:pt x="32307" y="65786"/>
                    <a:pt x="31904" y="66613"/>
                  </a:cubicBezTo>
                  <a:cubicBezTo>
                    <a:pt x="31844" y="66682"/>
                    <a:pt x="31791" y="66750"/>
                    <a:pt x="31745" y="66826"/>
                  </a:cubicBezTo>
                  <a:cubicBezTo>
                    <a:pt x="31199" y="67577"/>
                    <a:pt x="30728" y="68374"/>
                    <a:pt x="30318" y="69209"/>
                  </a:cubicBezTo>
                  <a:lnTo>
                    <a:pt x="30167" y="69406"/>
                  </a:lnTo>
                  <a:cubicBezTo>
                    <a:pt x="29620" y="70173"/>
                    <a:pt x="29142" y="70977"/>
                    <a:pt x="28725" y="71819"/>
                  </a:cubicBezTo>
                  <a:lnTo>
                    <a:pt x="28596" y="71986"/>
                  </a:lnTo>
                  <a:cubicBezTo>
                    <a:pt x="28049" y="72760"/>
                    <a:pt x="27564" y="73580"/>
                    <a:pt x="27146" y="74430"/>
                  </a:cubicBezTo>
                  <a:lnTo>
                    <a:pt x="27032" y="74566"/>
                  </a:lnTo>
                  <a:cubicBezTo>
                    <a:pt x="26471" y="75348"/>
                    <a:pt x="25978" y="76168"/>
                    <a:pt x="25553" y="77025"/>
                  </a:cubicBezTo>
                  <a:cubicBezTo>
                    <a:pt x="25522" y="77071"/>
                    <a:pt x="25492" y="77109"/>
                    <a:pt x="25454" y="77147"/>
                  </a:cubicBezTo>
                  <a:cubicBezTo>
                    <a:pt x="24892" y="77936"/>
                    <a:pt x="24391" y="78771"/>
                    <a:pt x="23967" y="79636"/>
                  </a:cubicBezTo>
                  <a:cubicBezTo>
                    <a:pt x="23936" y="79666"/>
                    <a:pt x="23906" y="79697"/>
                    <a:pt x="23891" y="79742"/>
                  </a:cubicBezTo>
                  <a:cubicBezTo>
                    <a:pt x="23321" y="80531"/>
                    <a:pt x="22813" y="81366"/>
                    <a:pt x="22373" y="82231"/>
                  </a:cubicBezTo>
                  <a:lnTo>
                    <a:pt x="22312" y="82322"/>
                  </a:lnTo>
                  <a:cubicBezTo>
                    <a:pt x="21743" y="83119"/>
                    <a:pt x="21227" y="83961"/>
                    <a:pt x="20787" y="84842"/>
                  </a:cubicBezTo>
                  <a:lnTo>
                    <a:pt x="20749" y="84902"/>
                  </a:lnTo>
                  <a:cubicBezTo>
                    <a:pt x="20172" y="85707"/>
                    <a:pt x="19648" y="86564"/>
                    <a:pt x="19193" y="87452"/>
                  </a:cubicBezTo>
                  <a:cubicBezTo>
                    <a:pt x="19193" y="87460"/>
                    <a:pt x="19186" y="87467"/>
                    <a:pt x="19178" y="87483"/>
                  </a:cubicBezTo>
                  <a:cubicBezTo>
                    <a:pt x="18594" y="88295"/>
                    <a:pt x="18070" y="89160"/>
                    <a:pt x="17607" y="90048"/>
                  </a:cubicBezTo>
                  <a:lnTo>
                    <a:pt x="17599" y="90048"/>
                  </a:lnTo>
                  <a:cubicBezTo>
                    <a:pt x="17008" y="90882"/>
                    <a:pt x="16484" y="91755"/>
                    <a:pt x="16013" y="92658"/>
                  </a:cubicBezTo>
                  <a:cubicBezTo>
                    <a:pt x="15421" y="93485"/>
                    <a:pt x="14890" y="94358"/>
                    <a:pt x="14420" y="95269"/>
                  </a:cubicBezTo>
                  <a:cubicBezTo>
                    <a:pt x="13828" y="96104"/>
                    <a:pt x="13297" y="96976"/>
                    <a:pt x="12826" y="97887"/>
                  </a:cubicBezTo>
                  <a:cubicBezTo>
                    <a:pt x="12234" y="98714"/>
                    <a:pt x="11703" y="99594"/>
                    <a:pt x="11232" y="100505"/>
                  </a:cubicBezTo>
                  <a:cubicBezTo>
                    <a:pt x="10648" y="101340"/>
                    <a:pt x="10117" y="102205"/>
                    <a:pt x="9639" y="103108"/>
                  </a:cubicBezTo>
                  <a:cubicBezTo>
                    <a:pt x="9054" y="103950"/>
                    <a:pt x="8523" y="104823"/>
                    <a:pt x="8045" y="105726"/>
                  </a:cubicBezTo>
                  <a:cubicBezTo>
                    <a:pt x="7461" y="106569"/>
                    <a:pt x="6930" y="107434"/>
                    <a:pt x="6451" y="108337"/>
                  </a:cubicBezTo>
                  <a:cubicBezTo>
                    <a:pt x="1" y="117580"/>
                    <a:pt x="1504" y="128599"/>
                    <a:pt x="9851" y="133061"/>
                  </a:cubicBezTo>
                  <a:cubicBezTo>
                    <a:pt x="12202" y="134316"/>
                    <a:pt x="14865" y="134910"/>
                    <a:pt x="17626" y="134910"/>
                  </a:cubicBezTo>
                  <a:cubicBezTo>
                    <a:pt x="24670" y="134910"/>
                    <a:pt x="32351" y="131039"/>
                    <a:pt x="37110" y="124372"/>
                  </a:cubicBezTo>
                  <a:cubicBezTo>
                    <a:pt x="38841" y="121951"/>
                    <a:pt x="40017" y="119409"/>
                    <a:pt x="40662" y="116882"/>
                  </a:cubicBezTo>
                  <a:cubicBezTo>
                    <a:pt x="41041" y="115986"/>
                    <a:pt x="41345" y="115060"/>
                    <a:pt x="41588" y="114112"/>
                  </a:cubicBezTo>
                  <a:cubicBezTo>
                    <a:pt x="41960" y="113216"/>
                    <a:pt x="42271" y="112290"/>
                    <a:pt x="42521" y="111349"/>
                  </a:cubicBezTo>
                  <a:cubicBezTo>
                    <a:pt x="42893" y="110446"/>
                    <a:pt x="43204" y="109521"/>
                    <a:pt x="43447" y="108572"/>
                  </a:cubicBezTo>
                  <a:cubicBezTo>
                    <a:pt x="43826" y="107676"/>
                    <a:pt x="44130" y="106751"/>
                    <a:pt x="44373" y="105802"/>
                  </a:cubicBezTo>
                  <a:cubicBezTo>
                    <a:pt x="44752" y="104907"/>
                    <a:pt x="45063" y="103981"/>
                    <a:pt x="45299" y="103032"/>
                  </a:cubicBezTo>
                  <a:cubicBezTo>
                    <a:pt x="45678" y="102137"/>
                    <a:pt x="45989" y="101203"/>
                    <a:pt x="46232" y="100255"/>
                  </a:cubicBezTo>
                  <a:cubicBezTo>
                    <a:pt x="46612" y="99359"/>
                    <a:pt x="46923" y="98433"/>
                    <a:pt x="47158" y="97485"/>
                  </a:cubicBezTo>
                  <a:cubicBezTo>
                    <a:pt x="47545" y="96589"/>
                    <a:pt x="47856" y="95656"/>
                    <a:pt x="48091" y="94707"/>
                  </a:cubicBezTo>
                  <a:cubicBezTo>
                    <a:pt x="48471" y="93804"/>
                    <a:pt x="48782" y="92878"/>
                    <a:pt x="49017" y="91930"/>
                  </a:cubicBezTo>
                  <a:cubicBezTo>
                    <a:pt x="49404" y="91027"/>
                    <a:pt x="49715" y="90093"/>
                    <a:pt x="49951" y="89137"/>
                  </a:cubicBezTo>
                  <a:cubicBezTo>
                    <a:pt x="50338" y="88242"/>
                    <a:pt x="50649" y="87308"/>
                    <a:pt x="50877" y="86359"/>
                  </a:cubicBezTo>
                  <a:cubicBezTo>
                    <a:pt x="51271" y="85464"/>
                    <a:pt x="51582" y="84531"/>
                    <a:pt x="51810" y="83582"/>
                  </a:cubicBezTo>
                  <a:cubicBezTo>
                    <a:pt x="52205" y="82687"/>
                    <a:pt x="52516" y="81753"/>
                    <a:pt x="52736" y="80804"/>
                  </a:cubicBezTo>
                  <a:cubicBezTo>
                    <a:pt x="53138" y="79909"/>
                    <a:pt x="53449" y="78976"/>
                    <a:pt x="53669" y="78019"/>
                  </a:cubicBezTo>
                  <a:cubicBezTo>
                    <a:pt x="54064" y="77124"/>
                    <a:pt x="54375" y="76198"/>
                    <a:pt x="54595" y="75242"/>
                  </a:cubicBezTo>
                  <a:cubicBezTo>
                    <a:pt x="54997" y="74354"/>
                    <a:pt x="55308" y="73428"/>
                    <a:pt x="55528" y="72472"/>
                  </a:cubicBezTo>
                  <a:cubicBezTo>
                    <a:pt x="55931" y="71576"/>
                    <a:pt x="56242" y="70651"/>
                    <a:pt x="56454" y="69694"/>
                  </a:cubicBezTo>
                  <a:cubicBezTo>
                    <a:pt x="56857" y="68807"/>
                    <a:pt x="57168" y="67873"/>
                    <a:pt x="57373" y="66925"/>
                  </a:cubicBezTo>
                  <a:cubicBezTo>
                    <a:pt x="57782" y="66037"/>
                    <a:pt x="58101" y="65111"/>
                    <a:pt x="58306" y="64155"/>
                  </a:cubicBezTo>
                  <a:cubicBezTo>
                    <a:pt x="58716" y="63267"/>
                    <a:pt x="59027" y="62341"/>
                    <a:pt x="59232" y="61385"/>
                  </a:cubicBezTo>
                  <a:cubicBezTo>
                    <a:pt x="59649" y="60497"/>
                    <a:pt x="59953" y="59571"/>
                    <a:pt x="60158" y="58615"/>
                  </a:cubicBezTo>
                  <a:cubicBezTo>
                    <a:pt x="60575" y="57727"/>
                    <a:pt x="60886" y="56801"/>
                    <a:pt x="61084" y="55845"/>
                  </a:cubicBezTo>
                  <a:cubicBezTo>
                    <a:pt x="61501" y="54957"/>
                    <a:pt x="61812" y="54024"/>
                    <a:pt x="62002" y="53067"/>
                  </a:cubicBezTo>
                  <a:cubicBezTo>
                    <a:pt x="62434" y="52179"/>
                    <a:pt x="62753" y="51246"/>
                    <a:pt x="62935" y="50282"/>
                  </a:cubicBezTo>
                  <a:cubicBezTo>
                    <a:pt x="63368" y="49402"/>
                    <a:pt x="63679" y="48469"/>
                    <a:pt x="63861" y="47505"/>
                  </a:cubicBezTo>
                  <a:cubicBezTo>
                    <a:pt x="64301" y="46624"/>
                    <a:pt x="64612" y="45691"/>
                    <a:pt x="64794" y="44727"/>
                  </a:cubicBezTo>
                  <a:cubicBezTo>
                    <a:pt x="65235" y="43847"/>
                    <a:pt x="65546" y="42914"/>
                    <a:pt x="65720" y="41950"/>
                  </a:cubicBezTo>
                  <a:cubicBezTo>
                    <a:pt x="66160" y="41069"/>
                    <a:pt x="66472" y="40136"/>
                    <a:pt x="66646" y="39180"/>
                  </a:cubicBezTo>
                  <a:cubicBezTo>
                    <a:pt x="67094" y="38307"/>
                    <a:pt x="67405" y="37374"/>
                    <a:pt x="67564" y="36410"/>
                  </a:cubicBezTo>
                  <a:cubicBezTo>
                    <a:pt x="68027" y="35537"/>
                    <a:pt x="68338" y="34596"/>
                    <a:pt x="68490" y="33625"/>
                  </a:cubicBezTo>
                  <a:cubicBezTo>
                    <a:pt x="68961" y="32752"/>
                    <a:pt x="69272" y="31811"/>
                    <a:pt x="69424" y="30832"/>
                  </a:cubicBezTo>
                  <a:cubicBezTo>
                    <a:pt x="69887" y="29975"/>
                    <a:pt x="70190" y="29041"/>
                    <a:pt x="70334" y="28077"/>
                  </a:cubicBezTo>
                  <a:cubicBezTo>
                    <a:pt x="70812" y="27220"/>
                    <a:pt x="71124" y="26271"/>
                    <a:pt x="71253" y="25300"/>
                  </a:cubicBezTo>
                  <a:cubicBezTo>
                    <a:pt x="71738" y="24442"/>
                    <a:pt x="72057" y="23501"/>
                    <a:pt x="72171" y="22530"/>
                  </a:cubicBezTo>
                  <a:cubicBezTo>
                    <a:pt x="72679" y="21680"/>
                    <a:pt x="72990" y="20739"/>
                    <a:pt x="73104" y="19760"/>
                  </a:cubicBezTo>
                  <a:cubicBezTo>
                    <a:pt x="73613" y="18902"/>
                    <a:pt x="73931" y="17946"/>
                    <a:pt x="74022" y="16960"/>
                  </a:cubicBezTo>
                  <a:cubicBezTo>
                    <a:pt x="74554" y="16125"/>
                    <a:pt x="74872" y="15169"/>
                    <a:pt x="74941" y="14182"/>
                  </a:cubicBezTo>
                  <a:cubicBezTo>
                    <a:pt x="75510" y="13272"/>
                    <a:pt x="75813" y="12323"/>
                    <a:pt x="75851" y="11412"/>
                  </a:cubicBezTo>
                  <a:cubicBezTo>
                    <a:pt x="76413" y="10585"/>
                    <a:pt x="76732" y="9621"/>
                    <a:pt x="76777" y="8635"/>
                  </a:cubicBezTo>
                  <a:cubicBezTo>
                    <a:pt x="77384" y="7732"/>
                    <a:pt x="77688" y="6760"/>
                    <a:pt x="77688" y="5865"/>
                  </a:cubicBezTo>
                  <a:cubicBezTo>
                    <a:pt x="79137" y="3831"/>
                    <a:pt x="78826" y="1387"/>
                    <a:pt x="76975" y="409"/>
                  </a:cubicBezTo>
                  <a:cubicBezTo>
                    <a:pt x="76451" y="132"/>
                    <a:pt x="75863" y="1"/>
                    <a:pt x="75256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35203" y="-797638"/>
              <a:ext cx="3843866" cy="6593603"/>
            </a:xfrm>
            <a:custGeom>
              <a:avLst/>
              <a:gdLst/>
              <a:ahLst/>
              <a:cxnLst/>
              <a:rect l="l" t="t" r="r" b="b"/>
              <a:pathLst>
                <a:path w="78667" h="134942" extrusionOk="0">
                  <a:moveTo>
                    <a:pt x="3872" y="1"/>
                  </a:moveTo>
                  <a:cubicBezTo>
                    <a:pt x="3266" y="1"/>
                    <a:pt x="2681" y="132"/>
                    <a:pt x="2163" y="410"/>
                  </a:cubicBezTo>
                  <a:cubicBezTo>
                    <a:pt x="319" y="1397"/>
                    <a:pt x="0" y="3825"/>
                    <a:pt x="1442" y="5859"/>
                  </a:cubicBezTo>
                  <a:cubicBezTo>
                    <a:pt x="1442" y="6762"/>
                    <a:pt x="1730" y="7726"/>
                    <a:pt x="2338" y="8629"/>
                  </a:cubicBezTo>
                  <a:cubicBezTo>
                    <a:pt x="2360" y="9540"/>
                    <a:pt x="2664" y="10496"/>
                    <a:pt x="3241" y="11407"/>
                  </a:cubicBezTo>
                  <a:cubicBezTo>
                    <a:pt x="3301" y="12393"/>
                    <a:pt x="3620" y="13349"/>
                    <a:pt x="4151" y="14176"/>
                  </a:cubicBezTo>
                  <a:cubicBezTo>
                    <a:pt x="4227" y="15163"/>
                    <a:pt x="4531" y="16119"/>
                    <a:pt x="5054" y="16962"/>
                  </a:cubicBezTo>
                  <a:cubicBezTo>
                    <a:pt x="5145" y="17941"/>
                    <a:pt x="5457" y="18897"/>
                    <a:pt x="5965" y="19747"/>
                  </a:cubicBezTo>
                  <a:cubicBezTo>
                    <a:pt x="6071" y="20726"/>
                    <a:pt x="6382" y="21667"/>
                    <a:pt x="6876" y="22517"/>
                  </a:cubicBezTo>
                  <a:cubicBezTo>
                    <a:pt x="6997" y="23488"/>
                    <a:pt x="7301" y="24429"/>
                    <a:pt x="7786" y="25287"/>
                  </a:cubicBezTo>
                  <a:cubicBezTo>
                    <a:pt x="7915" y="26258"/>
                    <a:pt x="8226" y="27206"/>
                    <a:pt x="8697" y="28064"/>
                  </a:cubicBezTo>
                  <a:cubicBezTo>
                    <a:pt x="8834" y="29028"/>
                    <a:pt x="9145" y="29961"/>
                    <a:pt x="9608" y="30819"/>
                  </a:cubicBezTo>
                  <a:cubicBezTo>
                    <a:pt x="9744" y="31798"/>
                    <a:pt x="10055" y="32746"/>
                    <a:pt x="10518" y="33619"/>
                  </a:cubicBezTo>
                  <a:cubicBezTo>
                    <a:pt x="10670" y="34583"/>
                    <a:pt x="10981" y="35516"/>
                    <a:pt x="11429" y="36389"/>
                  </a:cubicBezTo>
                  <a:cubicBezTo>
                    <a:pt x="11596" y="37353"/>
                    <a:pt x="11899" y="38294"/>
                    <a:pt x="12347" y="39166"/>
                  </a:cubicBezTo>
                  <a:cubicBezTo>
                    <a:pt x="12514" y="40130"/>
                    <a:pt x="12818" y="41064"/>
                    <a:pt x="13258" y="41936"/>
                  </a:cubicBezTo>
                  <a:cubicBezTo>
                    <a:pt x="13425" y="42900"/>
                    <a:pt x="13728" y="43834"/>
                    <a:pt x="14169" y="44706"/>
                  </a:cubicBezTo>
                  <a:cubicBezTo>
                    <a:pt x="14343" y="45670"/>
                    <a:pt x="14654" y="46603"/>
                    <a:pt x="15087" y="47484"/>
                  </a:cubicBezTo>
                  <a:cubicBezTo>
                    <a:pt x="15269" y="48448"/>
                    <a:pt x="15580" y="49381"/>
                    <a:pt x="15997" y="50261"/>
                  </a:cubicBezTo>
                  <a:cubicBezTo>
                    <a:pt x="16187" y="51225"/>
                    <a:pt x="16498" y="52159"/>
                    <a:pt x="16923" y="53039"/>
                  </a:cubicBezTo>
                  <a:cubicBezTo>
                    <a:pt x="17113" y="54003"/>
                    <a:pt x="17417" y="54928"/>
                    <a:pt x="17834" y="55809"/>
                  </a:cubicBezTo>
                  <a:cubicBezTo>
                    <a:pt x="18031" y="56765"/>
                    <a:pt x="18342" y="57698"/>
                    <a:pt x="18752" y="58586"/>
                  </a:cubicBezTo>
                  <a:cubicBezTo>
                    <a:pt x="18950" y="59535"/>
                    <a:pt x="19261" y="60468"/>
                    <a:pt x="19663" y="61356"/>
                  </a:cubicBezTo>
                  <a:cubicBezTo>
                    <a:pt x="19860" y="62312"/>
                    <a:pt x="20171" y="63246"/>
                    <a:pt x="20581" y="64134"/>
                  </a:cubicBezTo>
                  <a:cubicBezTo>
                    <a:pt x="20786" y="65082"/>
                    <a:pt x="21090" y="66016"/>
                    <a:pt x="21492" y="66904"/>
                  </a:cubicBezTo>
                  <a:cubicBezTo>
                    <a:pt x="21704" y="67852"/>
                    <a:pt x="22008" y="68786"/>
                    <a:pt x="22410" y="69673"/>
                  </a:cubicBezTo>
                  <a:cubicBezTo>
                    <a:pt x="22623" y="70622"/>
                    <a:pt x="22926" y="71548"/>
                    <a:pt x="23321" y="72443"/>
                  </a:cubicBezTo>
                  <a:cubicBezTo>
                    <a:pt x="23533" y="73392"/>
                    <a:pt x="23844" y="74325"/>
                    <a:pt x="24247" y="75213"/>
                  </a:cubicBezTo>
                  <a:cubicBezTo>
                    <a:pt x="24451" y="76162"/>
                    <a:pt x="24755" y="77088"/>
                    <a:pt x="25157" y="77983"/>
                  </a:cubicBezTo>
                  <a:cubicBezTo>
                    <a:pt x="25370" y="78939"/>
                    <a:pt x="25681" y="79873"/>
                    <a:pt x="26075" y="80768"/>
                  </a:cubicBezTo>
                  <a:cubicBezTo>
                    <a:pt x="26296" y="81725"/>
                    <a:pt x="26607" y="82650"/>
                    <a:pt x="26994" y="83553"/>
                  </a:cubicBezTo>
                  <a:cubicBezTo>
                    <a:pt x="27214" y="84502"/>
                    <a:pt x="27525" y="85435"/>
                    <a:pt x="27912" y="86331"/>
                  </a:cubicBezTo>
                  <a:cubicBezTo>
                    <a:pt x="28140" y="87280"/>
                    <a:pt x="28451" y="88213"/>
                    <a:pt x="28838" y="89108"/>
                  </a:cubicBezTo>
                  <a:cubicBezTo>
                    <a:pt x="29065" y="90057"/>
                    <a:pt x="29369" y="90990"/>
                    <a:pt x="29748" y="91886"/>
                  </a:cubicBezTo>
                  <a:cubicBezTo>
                    <a:pt x="29984" y="92835"/>
                    <a:pt x="30287" y="93760"/>
                    <a:pt x="30667" y="94656"/>
                  </a:cubicBezTo>
                  <a:cubicBezTo>
                    <a:pt x="30902" y="95604"/>
                    <a:pt x="31205" y="96538"/>
                    <a:pt x="31585" y="97441"/>
                  </a:cubicBezTo>
                  <a:cubicBezTo>
                    <a:pt x="31820" y="98382"/>
                    <a:pt x="32131" y="99308"/>
                    <a:pt x="32503" y="100211"/>
                  </a:cubicBezTo>
                  <a:cubicBezTo>
                    <a:pt x="32731" y="101152"/>
                    <a:pt x="33034" y="102078"/>
                    <a:pt x="33414" y="102981"/>
                  </a:cubicBezTo>
                  <a:cubicBezTo>
                    <a:pt x="33649" y="103922"/>
                    <a:pt x="33960" y="104848"/>
                    <a:pt x="34340" y="105751"/>
                  </a:cubicBezTo>
                  <a:cubicBezTo>
                    <a:pt x="34575" y="106692"/>
                    <a:pt x="34878" y="107618"/>
                    <a:pt x="35250" y="108521"/>
                  </a:cubicBezTo>
                  <a:cubicBezTo>
                    <a:pt x="35493" y="109462"/>
                    <a:pt x="35797" y="110388"/>
                    <a:pt x="36169" y="111291"/>
                  </a:cubicBezTo>
                  <a:cubicBezTo>
                    <a:pt x="36411" y="112232"/>
                    <a:pt x="36715" y="113157"/>
                    <a:pt x="37087" y="114061"/>
                  </a:cubicBezTo>
                  <a:cubicBezTo>
                    <a:pt x="37322" y="115002"/>
                    <a:pt x="37626" y="115935"/>
                    <a:pt x="37997" y="116838"/>
                  </a:cubicBezTo>
                  <a:cubicBezTo>
                    <a:pt x="38718" y="119555"/>
                    <a:pt x="39925" y="122112"/>
                    <a:pt x="41572" y="124389"/>
                  </a:cubicBezTo>
                  <a:cubicBezTo>
                    <a:pt x="46334" y="131058"/>
                    <a:pt x="53968" y="134942"/>
                    <a:pt x="61013" y="134942"/>
                  </a:cubicBezTo>
                  <a:cubicBezTo>
                    <a:pt x="63779" y="134942"/>
                    <a:pt x="66455" y="134343"/>
                    <a:pt x="68831" y="133078"/>
                  </a:cubicBezTo>
                  <a:cubicBezTo>
                    <a:pt x="77255" y="128593"/>
                    <a:pt x="78666" y="117650"/>
                    <a:pt x="72269" y="108422"/>
                  </a:cubicBezTo>
                  <a:cubicBezTo>
                    <a:pt x="71798" y="107519"/>
                    <a:pt x="71275" y="106639"/>
                    <a:pt x="70690" y="105804"/>
                  </a:cubicBezTo>
                  <a:cubicBezTo>
                    <a:pt x="70220" y="104901"/>
                    <a:pt x="69688" y="104028"/>
                    <a:pt x="69104" y="103193"/>
                  </a:cubicBezTo>
                  <a:cubicBezTo>
                    <a:pt x="68634" y="102290"/>
                    <a:pt x="68110" y="101410"/>
                    <a:pt x="67518" y="100575"/>
                  </a:cubicBezTo>
                  <a:cubicBezTo>
                    <a:pt x="67055" y="99672"/>
                    <a:pt x="66532" y="98799"/>
                    <a:pt x="65947" y="97972"/>
                  </a:cubicBezTo>
                  <a:cubicBezTo>
                    <a:pt x="65477" y="97062"/>
                    <a:pt x="64953" y="96181"/>
                    <a:pt x="64361" y="95354"/>
                  </a:cubicBezTo>
                  <a:cubicBezTo>
                    <a:pt x="63898" y="94443"/>
                    <a:pt x="63367" y="93571"/>
                    <a:pt x="62775" y="92744"/>
                  </a:cubicBezTo>
                  <a:cubicBezTo>
                    <a:pt x="62320" y="91833"/>
                    <a:pt x="61788" y="90953"/>
                    <a:pt x="61189" y="90125"/>
                  </a:cubicBezTo>
                  <a:cubicBezTo>
                    <a:pt x="60734" y="89215"/>
                    <a:pt x="60202" y="88342"/>
                    <a:pt x="59618" y="87507"/>
                  </a:cubicBezTo>
                  <a:cubicBezTo>
                    <a:pt x="59163" y="86597"/>
                    <a:pt x="58632" y="85731"/>
                    <a:pt x="58032" y="84904"/>
                  </a:cubicBezTo>
                  <a:cubicBezTo>
                    <a:pt x="57584" y="84009"/>
                    <a:pt x="57061" y="83151"/>
                    <a:pt x="56476" y="82339"/>
                  </a:cubicBezTo>
                  <a:cubicBezTo>
                    <a:pt x="56469" y="82324"/>
                    <a:pt x="56461" y="82309"/>
                    <a:pt x="56461" y="82301"/>
                  </a:cubicBezTo>
                  <a:cubicBezTo>
                    <a:pt x="56013" y="81413"/>
                    <a:pt x="55497" y="80563"/>
                    <a:pt x="54921" y="79759"/>
                  </a:cubicBezTo>
                  <a:lnTo>
                    <a:pt x="54875" y="79698"/>
                  </a:lnTo>
                  <a:cubicBezTo>
                    <a:pt x="54435" y="78818"/>
                    <a:pt x="53926" y="77968"/>
                    <a:pt x="53357" y="77164"/>
                  </a:cubicBezTo>
                  <a:lnTo>
                    <a:pt x="53297" y="77088"/>
                  </a:lnTo>
                  <a:cubicBezTo>
                    <a:pt x="52864" y="76215"/>
                    <a:pt x="52363" y="75373"/>
                    <a:pt x="51802" y="74576"/>
                  </a:cubicBezTo>
                  <a:cubicBezTo>
                    <a:pt x="51771" y="74546"/>
                    <a:pt x="51748" y="74508"/>
                    <a:pt x="51726" y="74470"/>
                  </a:cubicBezTo>
                  <a:cubicBezTo>
                    <a:pt x="51293" y="73612"/>
                    <a:pt x="50792" y="72785"/>
                    <a:pt x="50238" y="71996"/>
                  </a:cubicBezTo>
                  <a:cubicBezTo>
                    <a:pt x="50208" y="71950"/>
                    <a:pt x="50178" y="71912"/>
                    <a:pt x="50140" y="71874"/>
                  </a:cubicBezTo>
                  <a:cubicBezTo>
                    <a:pt x="49722" y="71017"/>
                    <a:pt x="49237" y="70190"/>
                    <a:pt x="48683" y="69415"/>
                  </a:cubicBezTo>
                  <a:lnTo>
                    <a:pt x="48569" y="69264"/>
                  </a:lnTo>
                  <a:cubicBezTo>
                    <a:pt x="48151" y="68421"/>
                    <a:pt x="47666" y="67609"/>
                    <a:pt x="47127" y="66835"/>
                  </a:cubicBezTo>
                  <a:cubicBezTo>
                    <a:pt x="47074" y="66782"/>
                    <a:pt x="47028" y="66721"/>
                    <a:pt x="46990" y="66653"/>
                  </a:cubicBezTo>
                  <a:cubicBezTo>
                    <a:pt x="46580" y="65818"/>
                    <a:pt x="46102" y="65014"/>
                    <a:pt x="45564" y="64255"/>
                  </a:cubicBezTo>
                  <a:lnTo>
                    <a:pt x="45412" y="64050"/>
                  </a:lnTo>
                  <a:cubicBezTo>
                    <a:pt x="45010" y="63215"/>
                    <a:pt x="44539" y="62426"/>
                    <a:pt x="44008" y="61675"/>
                  </a:cubicBezTo>
                  <a:lnTo>
                    <a:pt x="43826" y="61432"/>
                  </a:lnTo>
                  <a:cubicBezTo>
                    <a:pt x="43431" y="60612"/>
                    <a:pt x="42968" y="59831"/>
                    <a:pt x="42437" y="59095"/>
                  </a:cubicBezTo>
                  <a:lnTo>
                    <a:pt x="42240" y="58821"/>
                  </a:lnTo>
                  <a:cubicBezTo>
                    <a:pt x="41860" y="58009"/>
                    <a:pt x="41405" y="57243"/>
                    <a:pt x="40881" y="56514"/>
                  </a:cubicBezTo>
                  <a:lnTo>
                    <a:pt x="40654" y="56211"/>
                  </a:lnTo>
                  <a:cubicBezTo>
                    <a:pt x="40282" y="55414"/>
                    <a:pt x="39834" y="54648"/>
                    <a:pt x="39318" y="53934"/>
                  </a:cubicBezTo>
                  <a:lnTo>
                    <a:pt x="39068" y="53593"/>
                  </a:lnTo>
                  <a:cubicBezTo>
                    <a:pt x="38703" y="52811"/>
                    <a:pt x="38271" y="52060"/>
                    <a:pt x="37762" y="51354"/>
                  </a:cubicBezTo>
                  <a:cubicBezTo>
                    <a:pt x="37679" y="51225"/>
                    <a:pt x="37588" y="51104"/>
                    <a:pt x="37489" y="50982"/>
                  </a:cubicBezTo>
                  <a:cubicBezTo>
                    <a:pt x="37132" y="50208"/>
                    <a:pt x="36700" y="49472"/>
                    <a:pt x="36207" y="48774"/>
                  </a:cubicBezTo>
                  <a:lnTo>
                    <a:pt x="35903" y="48364"/>
                  </a:lnTo>
                  <a:cubicBezTo>
                    <a:pt x="35554" y="47598"/>
                    <a:pt x="35137" y="46869"/>
                    <a:pt x="34643" y="46186"/>
                  </a:cubicBezTo>
                  <a:lnTo>
                    <a:pt x="34317" y="45761"/>
                  </a:lnTo>
                  <a:cubicBezTo>
                    <a:pt x="33983" y="45002"/>
                    <a:pt x="33573" y="44274"/>
                    <a:pt x="33088" y="43606"/>
                  </a:cubicBezTo>
                  <a:cubicBezTo>
                    <a:pt x="32974" y="43454"/>
                    <a:pt x="32860" y="43295"/>
                    <a:pt x="32738" y="43143"/>
                  </a:cubicBezTo>
                  <a:cubicBezTo>
                    <a:pt x="32405" y="42392"/>
                    <a:pt x="31995" y="41686"/>
                    <a:pt x="31524" y="41026"/>
                  </a:cubicBezTo>
                  <a:lnTo>
                    <a:pt x="31160" y="40540"/>
                  </a:lnTo>
                  <a:cubicBezTo>
                    <a:pt x="30834" y="39804"/>
                    <a:pt x="30431" y="39098"/>
                    <a:pt x="29969" y="38446"/>
                  </a:cubicBezTo>
                  <a:lnTo>
                    <a:pt x="29574" y="37929"/>
                  </a:lnTo>
                  <a:cubicBezTo>
                    <a:pt x="29255" y="37201"/>
                    <a:pt x="28868" y="36510"/>
                    <a:pt x="28405" y="35865"/>
                  </a:cubicBezTo>
                  <a:lnTo>
                    <a:pt x="27988" y="35327"/>
                  </a:lnTo>
                  <a:cubicBezTo>
                    <a:pt x="27684" y="34606"/>
                    <a:pt x="27297" y="33923"/>
                    <a:pt x="26842" y="33285"/>
                  </a:cubicBezTo>
                  <a:cubicBezTo>
                    <a:pt x="26698" y="33088"/>
                    <a:pt x="26561" y="32898"/>
                    <a:pt x="26409" y="32716"/>
                  </a:cubicBezTo>
                  <a:cubicBezTo>
                    <a:pt x="26113" y="32003"/>
                    <a:pt x="25734" y="31327"/>
                    <a:pt x="25286" y="30705"/>
                  </a:cubicBezTo>
                  <a:cubicBezTo>
                    <a:pt x="25134" y="30492"/>
                    <a:pt x="24983" y="30295"/>
                    <a:pt x="24823" y="30098"/>
                  </a:cubicBezTo>
                  <a:cubicBezTo>
                    <a:pt x="24535" y="29400"/>
                    <a:pt x="24163" y="28739"/>
                    <a:pt x="23723" y="28125"/>
                  </a:cubicBezTo>
                  <a:cubicBezTo>
                    <a:pt x="23571" y="27897"/>
                    <a:pt x="23397" y="27685"/>
                    <a:pt x="23230" y="27480"/>
                  </a:cubicBezTo>
                  <a:cubicBezTo>
                    <a:pt x="22949" y="26797"/>
                    <a:pt x="22592" y="26144"/>
                    <a:pt x="22167" y="25545"/>
                  </a:cubicBezTo>
                  <a:cubicBezTo>
                    <a:pt x="22008" y="25309"/>
                    <a:pt x="21826" y="25089"/>
                    <a:pt x="21644" y="24869"/>
                  </a:cubicBezTo>
                  <a:cubicBezTo>
                    <a:pt x="21378" y="24194"/>
                    <a:pt x="21036" y="23556"/>
                    <a:pt x="20611" y="22964"/>
                  </a:cubicBezTo>
                  <a:cubicBezTo>
                    <a:pt x="20445" y="22729"/>
                    <a:pt x="20262" y="22501"/>
                    <a:pt x="20073" y="22281"/>
                  </a:cubicBezTo>
                  <a:cubicBezTo>
                    <a:pt x="19815" y="21606"/>
                    <a:pt x="19473" y="20968"/>
                    <a:pt x="19048" y="20384"/>
                  </a:cubicBezTo>
                  <a:cubicBezTo>
                    <a:pt x="18866" y="20134"/>
                    <a:pt x="18676" y="19898"/>
                    <a:pt x="18479" y="19671"/>
                  </a:cubicBezTo>
                  <a:cubicBezTo>
                    <a:pt x="18122" y="18699"/>
                    <a:pt x="17584" y="17812"/>
                    <a:pt x="16885" y="17053"/>
                  </a:cubicBezTo>
                  <a:cubicBezTo>
                    <a:pt x="16650" y="16400"/>
                    <a:pt x="16331" y="15778"/>
                    <a:pt x="15922" y="15216"/>
                  </a:cubicBezTo>
                  <a:cubicBezTo>
                    <a:pt x="15732" y="14943"/>
                    <a:pt x="15519" y="14693"/>
                    <a:pt x="15299" y="14442"/>
                  </a:cubicBezTo>
                  <a:cubicBezTo>
                    <a:pt x="15079" y="13797"/>
                    <a:pt x="14768" y="13190"/>
                    <a:pt x="14366" y="12636"/>
                  </a:cubicBezTo>
                  <a:cubicBezTo>
                    <a:pt x="14169" y="12355"/>
                    <a:pt x="13948" y="12082"/>
                    <a:pt x="13706" y="11839"/>
                  </a:cubicBezTo>
                  <a:cubicBezTo>
                    <a:pt x="13501" y="11202"/>
                    <a:pt x="13197" y="10595"/>
                    <a:pt x="12810" y="10048"/>
                  </a:cubicBezTo>
                  <a:cubicBezTo>
                    <a:pt x="12598" y="9760"/>
                    <a:pt x="12362" y="9487"/>
                    <a:pt x="12112" y="9229"/>
                  </a:cubicBezTo>
                  <a:cubicBezTo>
                    <a:pt x="11922" y="8599"/>
                    <a:pt x="11634" y="8007"/>
                    <a:pt x="11247" y="7476"/>
                  </a:cubicBezTo>
                  <a:cubicBezTo>
                    <a:pt x="11027" y="7164"/>
                    <a:pt x="10784" y="6884"/>
                    <a:pt x="10518" y="6618"/>
                  </a:cubicBezTo>
                  <a:cubicBezTo>
                    <a:pt x="10351" y="5996"/>
                    <a:pt x="10071" y="5411"/>
                    <a:pt x="9691" y="4895"/>
                  </a:cubicBezTo>
                  <a:cubicBezTo>
                    <a:pt x="9463" y="4577"/>
                    <a:pt x="9205" y="4288"/>
                    <a:pt x="8925" y="4015"/>
                  </a:cubicBezTo>
                  <a:cubicBezTo>
                    <a:pt x="8773" y="3400"/>
                    <a:pt x="8500" y="2824"/>
                    <a:pt x="8128" y="2308"/>
                  </a:cubicBezTo>
                  <a:cubicBezTo>
                    <a:pt x="7087" y="853"/>
                    <a:pt x="5413" y="1"/>
                    <a:pt x="3872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4421263" y="-811521"/>
            <a:ext cx="17986526" cy="4945050"/>
            <a:chOff x="-1362075" y="-1252570"/>
            <a:chExt cx="12298479" cy="4071676"/>
          </a:xfrm>
        </p:grpSpPr>
        <p:sp>
          <p:nvSpPr>
            <p:cNvPr id="15" name="Google Shape;15;p2"/>
            <p:cNvSpPr/>
            <p:nvPr/>
          </p:nvSpPr>
          <p:spPr>
            <a:xfrm>
              <a:off x="-1362075" y="-1146627"/>
              <a:ext cx="12298479" cy="3965732"/>
            </a:xfrm>
            <a:custGeom>
              <a:avLst/>
              <a:gdLst/>
              <a:ahLst/>
              <a:cxnLst/>
              <a:rect l="l" t="t" r="r" b="b"/>
              <a:pathLst>
                <a:path w="285331" h="92007" extrusionOk="0">
                  <a:moveTo>
                    <a:pt x="142671" y="1235"/>
                  </a:moveTo>
                  <a:cubicBezTo>
                    <a:pt x="180548" y="1235"/>
                    <a:pt x="216159" y="5947"/>
                    <a:pt x="242935" y="14498"/>
                  </a:cubicBezTo>
                  <a:cubicBezTo>
                    <a:pt x="255904" y="18644"/>
                    <a:pt x="265951" y="23356"/>
                    <a:pt x="273189" y="28827"/>
                  </a:cubicBezTo>
                  <a:cubicBezTo>
                    <a:pt x="280426" y="34286"/>
                    <a:pt x="284108" y="40085"/>
                    <a:pt x="284108" y="45998"/>
                  </a:cubicBezTo>
                  <a:cubicBezTo>
                    <a:pt x="284108" y="51922"/>
                    <a:pt x="280291" y="57812"/>
                    <a:pt x="273189" y="63169"/>
                  </a:cubicBezTo>
                  <a:cubicBezTo>
                    <a:pt x="266076" y="68538"/>
                    <a:pt x="255904" y="73352"/>
                    <a:pt x="242935" y="77509"/>
                  </a:cubicBezTo>
                  <a:cubicBezTo>
                    <a:pt x="216159" y="86060"/>
                    <a:pt x="180559" y="90772"/>
                    <a:pt x="142671" y="90772"/>
                  </a:cubicBezTo>
                  <a:cubicBezTo>
                    <a:pt x="104783" y="90772"/>
                    <a:pt x="69183" y="86060"/>
                    <a:pt x="42407" y="77509"/>
                  </a:cubicBezTo>
                  <a:cubicBezTo>
                    <a:pt x="29438" y="73352"/>
                    <a:pt x="19380" y="68651"/>
                    <a:pt x="12154" y="63169"/>
                  </a:cubicBezTo>
                  <a:cubicBezTo>
                    <a:pt x="4916" y="57698"/>
                    <a:pt x="1235" y="51922"/>
                    <a:pt x="1235" y="45998"/>
                  </a:cubicBezTo>
                  <a:cubicBezTo>
                    <a:pt x="1235" y="40085"/>
                    <a:pt x="5040" y="34195"/>
                    <a:pt x="12154" y="28827"/>
                  </a:cubicBezTo>
                  <a:cubicBezTo>
                    <a:pt x="19255" y="23458"/>
                    <a:pt x="29438" y="18644"/>
                    <a:pt x="42407" y="14498"/>
                  </a:cubicBezTo>
                  <a:cubicBezTo>
                    <a:pt x="69183" y="5947"/>
                    <a:pt x="104783" y="1235"/>
                    <a:pt x="142671" y="1235"/>
                  </a:cubicBezTo>
                  <a:close/>
                  <a:moveTo>
                    <a:pt x="142671" y="0"/>
                  </a:moveTo>
                  <a:cubicBezTo>
                    <a:pt x="123461" y="0"/>
                    <a:pt x="104829" y="1190"/>
                    <a:pt x="87284" y="3568"/>
                  </a:cubicBezTo>
                  <a:cubicBezTo>
                    <a:pt x="70339" y="5856"/>
                    <a:pt x="55116" y="9130"/>
                    <a:pt x="42033" y="13320"/>
                  </a:cubicBezTo>
                  <a:cubicBezTo>
                    <a:pt x="14929" y="21974"/>
                    <a:pt x="0" y="33584"/>
                    <a:pt x="0" y="45998"/>
                  </a:cubicBezTo>
                  <a:cubicBezTo>
                    <a:pt x="0" y="58423"/>
                    <a:pt x="14929" y="70033"/>
                    <a:pt x="42033" y="78675"/>
                  </a:cubicBezTo>
                  <a:cubicBezTo>
                    <a:pt x="55116" y="82866"/>
                    <a:pt x="70339" y="86140"/>
                    <a:pt x="87284" y="88439"/>
                  </a:cubicBezTo>
                  <a:cubicBezTo>
                    <a:pt x="104829" y="90795"/>
                    <a:pt x="123461" y="92007"/>
                    <a:pt x="142671" y="92007"/>
                  </a:cubicBezTo>
                  <a:cubicBezTo>
                    <a:pt x="161870" y="92007"/>
                    <a:pt x="180502" y="90795"/>
                    <a:pt x="198047" y="88439"/>
                  </a:cubicBezTo>
                  <a:cubicBezTo>
                    <a:pt x="214992" y="86140"/>
                    <a:pt x="230215" y="82866"/>
                    <a:pt x="243298" y="78675"/>
                  </a:cubicBezTo>
                  <a:cubicBezTo>
                    <a:pt x="270414" y="70033"/>
                    <a:pt x="285331" y="58423"/>
                    <a:pt x="285331" y="45998"/>
                  </a:cubicBezTo>
                  <a:cubicBezTo>
                    <a:pt x="285331" y="33584"/>
                    <a:pt x="270414" y="21974"/>
                    <a:pt x="243298" y="13320"/>
                  </a:cubicBezTo>
                  <a:cubicBezTo>
                    <a:pt x="230215" y="9130"/>
                    <a:pt x="214992" y="5867"/>
                    <a:pt x="198047" y="3568"/>
                  </a:cubicBezTo>
                  <a:cubicBezTo>
                    <a:pt x="180502" y="1190"/>
                    <a:pt x="161893" y="0"/>
                    <a:pt x="142671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33847" y="-1252570"/>
              <a:ext cx="10041977" cy="3765090"/>
            </a:xfrm>
            <a:custGeom>
              <a:avLst/>
              <a:gdLst/>
              <a:ahLst/>
              <a:cxnLst/>
              <a:rect l="l" t="t" r="r" b="b"/>
              <a:pathLst>
                <a:path w="232979" h="87352" extrusionOk="0">
                  <a:moveTo>
                    <a:pt x="116495" y="816"/>
                  </a:moveTo>
                  <a:cubicBezTo>
                    <a:pt x="147451" y="816"/>
                    <a:pt x="176549" y="5324"/>
                    <a:pt x="198421" y="13479"/>
                  </a:cubicBezTo>
                  <a:cubicBezTo>
                    <a:pt x="209034" y="17421"/>
                    <a:pt x="217212" y="21895"/>
                    <a:pt x="223170" y="27150"/>
                  </a:cubicBezTo>
                  <a:cubicBezTo>
                    <a:pt x="229128" y="32406"/>
                    <a:pt x="232163" y="37956"/>
                    <a:pt x="232163" y="43676"/>
                  </a:cubicBezTo>
                  <a:cubicBezTo>
                    <a:pt x="232163" y="49396"/>
                    <a:pt x="228969" y="55082"/>
                    <a:pt x="223170" y="60213"/>
                  </a:cubicBezTo>
                  <a:cubicBezTo>
                    <a:pt x="217359" y="65333"/>
                    <a:pt x="209034" y="69943"/>
                    <a:pt x="198421" y="73884"/>
                  </a:cubicBezTo>
                  <a:cubicBezTo>
                    <a:pt x="176549" y="82039"/>
                    <a:pt x="147462" y="86536"/>
                    <a:pt x="116495" y="86536"/>
                  </a:cubicBezTo>
                  <a:cubicBezTo>
                    <a:pt x="85539" y="86536"/>
                    <a:pt x="56441" y="82039"/>
                    <a:pt x="34569" y="73884"/>
                  </a:cubicBezTo>
                  <a:cubicBezTo>
                    <a:pt x="23945" y="69943"/>
                    <a:pt x="15778" y="65469"/>
                    <a:pt x="9820" y="60213"/>
                  </a:cubicBezTo>
                  <a:cubicBezTo>
                    <a:pt x="3851" y="54957"/>
                    <a:pt x="827" y="49385"/>
                    <a:pt x="827" y="43676"/>
                  </a:cubicBezTo>
                  <a:cubicBezTo>
                    <a:pt x="827" y="37967"/>
                    <a:pt x="4010" y="32281"/>
                    <a:pt x="9820" y="27150"/>
                  </a:cubicBezTo>
                  <a:cubicBezTo>
                    <a:pt x="15620" y="22031"/>
                    <a:pt x="23945" y="17421"/>
                    <a:pt x="34569" y="13479"/>
                  </a:cubicBezTo>
                  <a:cubicBezTo>
                    <a:pt x="56441" y="5324"/>
                    <a:pt x="85539" y="816"/>
                    <a:pt x="116495" y="816"/>
                  </a:cubicBezTo>
                  <a:close/>
                  <a:moveTo>
                    <a:pt x="116495" y="0"/>
                  </a:moveTo>
                  <a:cubicBezTo>
                    <a:pt x="85437" y="0"/>
                    <a:pt x="56237" y="4508"/>
                    <a:pt x="34263" y="12698"/>
                  </a:cubicBezTo>
                  <a:cubicBezTo>
                    <a:pt x="23560" y="16685"/>
                    <a:pt x="15155" y="21351"/>
                    <a:pt x="9265" y="26527"/>
                  </a:cubicBezTo>
                  <a:cubicBezTo>
                    <a:pt x="3115" y="31953"/>
                    <a:pt x="0" y="37696"/>
                    <a:pt x="0" y="43676"/>
                  </a:cubicBezTo>
                  <a:cubicBezTo>
                    <a:pt x="0" y="49645"/>
                    <a:pt x="3115" y="55410"/>
                    <a:pt x="9265" y="60836"/>
                  </a:cubicBezTo>
                  <a:cubicBezTo>
                    <a:pt x="15155" y="66012"/>
                    <a:pt x="23560" y="70679"/>
                    <a:pt x="34263" y="74666"/>
                  </a:cubicBezTo>
                  <a:cubicBezTo>
                    <a:pt x="56237" y="82855"/>
                    <a:pt x="85437" y="87352"/>
                    <a:pt x="116495" y="87352"/>
                  </a:cubicBezTo>
                  <a:cubicBezTo>
                    <a:pt x="147553" y="87352"/>
                    <a:pt x="176742" y="82855"/>
                    <a:pt x="198716" y="74666"/>
                  </a:cubicBezTo>
                  <a:cubicBezTo>
                    <a:pt x="209419" y="70679"/>
                    <a:pt x="217835" y="66012"/>
                    <a:pt x="223725" y="60836"/>
                  </a:cubicBezTo>
                  <a:cubicBezTo>
                    <a:pt x="229864" y="55410"/>
                    <a:pt x="232979" y="49634"/>
                    <a:pt x="232979" y="43676"/>
                  </a:cubicBezTo>
                  <a:cubicBezTo>
                    <a:pt x="232979" y="37718"/>
                    <a:pt x="229864" y="31953"/>
                    <a:pt x="223725" y="26527"/>
                  </a:cubicBezTo>
                  <a:cubicBezTo>
                    <a:pt x="217835" y="21351"/>
                    <a:pt x="209419" y="16685"/>
                    <a:pt x="198716" y="12698"/>
                  </a:cubicBezTo>
                  <a:cubicBezTo>
                    <a:pt x="176742" y="4508"/>
                    <a:pt x="147564" y="0"/>
                    <a:pt x="116495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5596083" y="4291056"/>
            <a:ext cx="20336146" cy="3511718"/>
            <a:chOff x="-5596083" y="4138656"/>
            <a:chExt cx="20336146" cy="3511718"/>
          </a:xfrm>
        </p:grpSpPr>
        <p:sp>
          <p:nvSpPr>
            <p:cNvPr id="18" name="Google Shape;18;p2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" name="Google Shape;43;p2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44" name="Google Shape;44;p2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95" name="Google Shape;95;p2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1826100" y="859800"/>
            <a:ext cx="5491800" cy="2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2437350" y="2821275"/>
            <a:ext cx="4269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37825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3" name="Google Shape;153;p3"/>
          <p:cNvSpPr txBox="1">
            <a:spLocks noGrp="1"/>
          </p:cNvSpPr>
          <p:nvPr>
            <p:ph type="subTitle" idx="1"/>
          </p:nvPr>
        </p:nvSpPr>
        <p:spPr>
          <a:xfrm>
            <a:off x="720000" y="29035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3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156" name="Google Shape;156;p3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161" name="Google Shape;161;p3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3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170" name="Google Shape;170;p3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" name="Google Shape;176;p3"/>
          <p:cNvGrpSpPr/>
          <p:nvPr/>
        </p:nvGrpSpPr>
        <p:grpSpPr>
          <a:xfrm rot="10800000">
            <a:off x="6423677" y="-389126"/>
            <a:ext cx="3672473" cy="6031299"/>
            <a:chOff x="237850" y="660025"/>
            <a:chExt cx="2725600" cy="4476250"/>
          </a:xfrm>
        </p:grpSpPr>
        <p:sp>
          <p:nvSpPr>
            <p:cNvPr id="177" name="Google Shape;177;p3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"/>
          <p:cNvSpPr txBox="1">
            <a:spLocks noGrp="1"/>
          </p:cNvSpPr>
          <p:nvPr>
            <p:ph type="body" idx="1"/>
          </p:nvPr>
        </p:nvSpPr>
        <p:spPr>
          <a:xfrm>
            <a:off x="720000" y="1132875"/>
            <a:ext cx="7704000" cy="3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5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9" name="Google Shape;22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231" name="Google Shape;231;p4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" name="Google Shape;244;p4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245" name="Google Shape;245;p4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>
            <a:spLocks noGrp="1"/>
          </p:cNvSpPr>
          <p:nvPr>
            <p:ph type="title"/>
          </p:nvPr>
        </p:nvSpPr>
        <p:spPr>
          <a:xfrm>
            <a:off x="1464614" y="31211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5"/>
          <p:cNvSpPr txBox="1">
            <a:spLocks noGrp="1"/>
          </p:cNvSpPr>
          <p:nvPr>
            <p:ph type="title" idx="2"/>
          </p:nvPr>
        </p:nvSpPr>
        <p:spPr>
          <a:xfrm>
            <a:off x="4936786" y="31211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"/>
          <p:cNvSpPr txBox="1">
            <a:spLocks noGrp="1"/>
          </p:cNvSpPr>
          <p:nvPr>
            <p:ph type="subTitle" idx="1"/>
          </p:nvPr>
        </p:nvSpPr>
        <p:spPr>
          <a:xfrm>
            <a:off x="5055286" y="3608747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0" name="Google Shape;260;p5"/>
          <p:cNvSpPr txBox="1">
            <a:spLocks noGrp="1"/>
          </p:cNvSpPr>
          <p:nvPr>
            <p:ph type="subTitle" idx="3"/>
          </p:nvPr>
        </p:nvSpPr>
        <p:spPr>
          <a:xfrm>
            <a:off x="1583289" y="3608747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5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264" name="Google Shape;264;p5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5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269" name="Google Shape;269;p5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5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>
            <a:spLocks noGrp="1"/>
          </p:cNvSpPr>
          <p:nvPr>
            <p:ph type="title"/>
          </p:nvPr>
        </p:nvSpPr>
        <p:spPr>
          <a:xfrm>
            <a:off x="720000" y="10157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7"/>
          <p:cNvSpPr txBox="1">
            <a:spLocks noGrp="1"/>
          </p:cNvSpPr>
          <p:nvPr>
            <p:ph type="subTitle" idx="1"/>
          </p:nvPr>
        </p:nvSpPr>
        <p:spPr>
          <a:xfrm>
            <a:off x="720000" y="18294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7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317" name="Google Shape;317;p7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322" name="Google Shape;322;p7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323" name="Google Shape;323;p7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7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7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7" name="Google Shape;337;p7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338" name="Google Shape;338;p7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93" name="Google Shape;393;p8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394" name="Google Shape;394;p8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8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9" name="Google Shape;419;p8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420" name="Google Shape;420;p8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8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471" name="Google Shape;471;p8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32985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9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529" name="Google Shape;529;p9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9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534" name="Google Shape;534;p9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535" name="Google Shape;535;p9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9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9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" name="Google Shape;542;p9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543" name="Google Shape;543;p9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9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9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9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51" name="Google Shape;551;p10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552" name="Google Shape;552;p10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0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0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0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0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0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0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0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5" name="Google Shape;565;p10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566" name="Google Shape;566;p10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0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0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0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0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0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0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0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0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0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149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0" name="Google Shape;580;p11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1" name="Google Shape;581;p11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582" name="Google Shape;582;p11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11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587" name="Google Shape;587;p11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588" name="Google Shape;588;p11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5" name="Google Shape;595;p11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596" name="Google Shape;596;p1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2" name="Google Shape;602;p11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603" name="Google Shape;603;p11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" name="Google Shape;653;p11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654" name="Google Shape;654;p11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1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14"/>
          <p:cNvGrpSpPr/>
          <p:nvPr/>
        </p:nvGrpSpPr>
        <p:grpSpPr>
          <a:xfrm>
            <a:off x="-4633874" y="-1618965"/>
            <a:ext cx="18411747" cy="6095830"/>
            <a:chOff x="4168525" y="2655875"/>
            <a:chExt cx="3211650" cy="1063325"/>
          </a:xfrm>
        </p:grpSpPr>
        <p:sp>
          <p:nvSpPr>
            <p:cNvPr id="751" name="Google Shape;751;p14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14"/>
          <p:cNvGrpSpPr/>
          <p:nvPr/>
        </p:nvGrpSpPr>
        <p:grpSpPr>
          <a:xfrm>
            <a:off x="-3463692" y="-6776445"/>
            <a:ext cx="16071384" cy="10624453"/>
            <a:chOff x="2512725" y="1224150"/>
            <a:chExt cx="1819450" cy="1202800"/>
          </a:xfrm>
        </p:grpSpPr>
        <p:sp>
          <p:nvSpPr>
            <p:cNvPr id="754" name="Google Shape;754;p14"/>
            <p:cNvSpPr/>
            <p:nvPr/>
          </p:nvSpPr>
          <p:spPr>
            <a:xfrm>
              <a:off x="2515025" y="1226550"/>
              <a:ext cx="1814800" cy="1198100"/>
            </a:xfrm>
            <a:custGeom>
              <a:avLst/>
              <a:gdLst/>
              <a:ahLst/>
              <a:cxnLst/>
              <a:rect l="l" t="t" r="r" b="b"/>
              <a:pathLst>
                <a:path w="72592" h="47924" extrusionOk="0">
                  <a:moveTo>
                    <a:pt x="36296" y="3828"/>
                  </a:moveTo>
                  <a:cubicBezTo>
                    <a:pt x="50806" y="3828"/>
                    <a:pt x="62571" y="12798"/>
                    <a:pt x="62571" y="23865"/>
                  </a:cubicBezTo>
                  <a:cubicBezTo>
                    <a:pt x="62571" y="34930"/>
                    <a:pt x="50808" y="43900"/>
                    <a:pt x="36296" y="43900"/>
                  </a:cubicBezTo>
                  <a:cubicBezTo>
                    <a:pt x="21786" y="43900"/>
                    <a:pt x="10025" y="34930"/>
                    <a:pt x="10025" y="23865"/>
                  </a:cubicBezTo>
                  <a:cubicBezTo>
                    <a:pt x="10025" y="12798"/>
                    <a:pt x="21786" y="3828"/>
                    <a:pt x="36296" y="3828"/>
                  </a:cubicBezTo>
                  <a:close/>
                  <a:moveTo>
                    <a:pt x="36296" y="1"/>
                  </a:moveTo>
                  <a:cubicBezTo>
                    <a:pt x="16251" y="1"/>
                    <a:pt x="0" y="10726"/>
                    <a:pt x="0" y="23961"/>
                  </a:cubicBezTo>
                  <a:cubicBezTo>
                    <a:pt x="0" y="37194"/>
                    <a:pt x="16251" y="47924"/>
                    <a:pt x="36296" y="47924"/>
                  </a:cubicBezTo>
                  <a:cubicBezTo>
                    <a:pt x="56342" y="47924"/>
                    <a:pt x="72592" y="37194"/>
                    <a:pt x="72592" y="23961"/>
                  </a:cubicBezTo>
                  <a:cubicBezTo>
                    <a:pt x="72592" y="10726"/>
                    <a:pt x="56342" y="1"/>
                    <a:pt x="36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2544375" y="1251025"/>
              <a:ext cx="1756150" cy="1155250"/>
            </a:xfrm>
            <a:custGeom>
              <a:avLst/>
              <a:gdLst/>
              <a:ahLst/>
              <a:cxnLst/>
              <a:rect l="l" t="t" r="r" b="b"/>
              <a:pathLst>
                <a:path w="70246" h="46210" extrusionOk="0">
                  <a:moveTo>
                    <a:pt x="35122" y="188"/>
                  </a:moveTo>
                  <a:cubicBezTo>
                    <a:pt x="44464" y="188"/>
                    <a:pt x="53254" y="2586"/>
                    <a:pt x="59843" y="6913"/>
                  </a:cubicBezTo>
                  <a:cubicBezTo>
                    <a:pt x="66431" y="11240"/>
                    <a:pt x="70060" y="16994"/>
                    <a:pt x="70060" y="23106"/>
                  </a:cubicBezTo>
                  <a:cubicBezTo>
                    <a:pt x="70060" y="29221"/>
                    <a:pt x="66444" y="34965"/>
                    <a:pt x="59843" y="39301"/>
                  </a:cubicBezTo>
                  <a:cubicBezTo>
                    <a:pt x="53241" y="43636"/>
                    <a:pt x="44461" y="46024"/>
                    <a:pt x="35122" y="46024"/>
                  </a:cubicBezTo>
                  <a:cubicBezTo>
                    <a:pt x="25783" y="46024"/>
                    <a:pt x="16992" y="43630"/>
                    <a:pt x="10404" y="39301"/>
                  </a:cubicBezTo>
                  <a:cubicBezTo>
                    <a:pt x="3815" y="34970"/>
                    <a:pt x="189" y="29223"/>
                    <a:pt x="189" y="23106"/>
                  </a:cubicBezTo>
                  <a:cubicBezTo>
                    <a:pt x="189" y="16989"/>
                    <a:pt x="3802" y="11251"/>
                    <a:pt x="10404" y="6913"/>
                  </a:cubicBezTo>
                  <a:cubicBezTo>
                    <a:pt x="17007" y="2574"/>
                    <a:pt x="25783" y="188"/>
                    <a:pt x="35122" y="188"/>
                  </a:cubicBezTo>
                  <a:close/>
                  <a:moveTo>
                    <a:pt x="35122" y="0"/>
                  </a:moveTo>
                  <a:cubicBezTo>
                    <a:pt x="30387" y="0"/>
                    <a:pt x="25789" y="613"/>
                    <a:pt x="21464" y="1813"/>
                  </a:cubicBezTo>
                  <a:cubicBezTo>
                    <a:pt x="17285" y="2975"/>
                    <a:pt x="13530" y="4639"/>
                    <a:pt x="10303" y="6757"/>
                  </a:cubicBezTo>
                  <a:cubicBezTo>
                    <a:pt x="7076" y="8878"/>
                    <a:pt x="4539" y="11347"/>
                    <a:pt x="2769" y="14100"/>
                  </a:cubicBezTo>
                  <a:cubicBezTo>
                    <a:pt x="932" y="16951"/>
                    <a:pt x="1" y="19984"/>
                    <a:pt x="1" y="23106"/>
                  </a:cubicBezTo>
                  <a:cubicBezTo>
                    <a:pt x="1" y="26231"/>
                    <a:pt x="932" y="29259"/>
                    <a:pt x="2769" y="32114"/>
                  </a:cubicBezTo>
                  <a:cubicBezTo>
                    <a:pt x="4539" y="34863"/>
                    <a:pt x="7078" y="37338"/>
                    <a:pt x="10303" y="39455"/>
                  </a:cubicBezTo>
                  <a:cubicBezTo>
                    <a:pt x="13528" y="41573"/>
                    <a:pt x="17283" y="43235"/>
                    <a:pt x="21464" y="44397"/>
                  </a:cubicBezTo>
                  <a:cubicBezTo>
                    <a:pt x="25789" y="45601"/>
                    <a:pt x="30387" y="46210"/>
                    <a:pt x="35122" y="46210"/>
                  </a:cubicBezTo>
                  <a:cubicBezTo>
                    <a:pt x="39861" y="46210"/>
                    <a:pt x="44455" y="45601"/>
                    <a:pt x="48782" y="44397"/>
                  </a:cubicBezTo>
                  <a:cubicBezTo>
                    <a:pt x="52964" y="43235"/>
                    <a:pt x="56716" y="41578"/>
                    <a:pt x="59945" y="39455"/>
                  </a:cubicBezTo>
                  <a:cubicBezTo>
                    <a:pt x="63172" y="37334"/>
                    <a:pt x="65705" y="34863"/>
                    <a:pt x="67478" y="32114"/>
                  </a:cubicBezTo>
                  <a:cubicBezTo>
                    <a:pt x="69314" y="29259"/>
                    <a:pt x="70246" y="26233"/>
                    <a:pt x="70246" y="23106"/>
                  </a:cubicBezTo>
                  <a:cubicBezTo>
                    <a:pt x="70246" y="19979"/>
                    <a:pt x="69314" y="16951"/>
                    <a:pt x="67478" y="14100"/>
                  </a:cubicBezTo>
                  <a:cubicBezTo>
                    <a:pt x="65705" y="11347"/>
                    <a:pt x="63170" y="8878"/>
                    <a:pt x="59945" y="6757"/>
                  </a:cubicBezTo>
                  <a:cubicBezTo>
                    <a:pt x="56720" y="4639"/>
                    <a:pt x="52964" y="2975"/>
                    <a:pt x="48782" y="1813"/>
                  </a:cubicBezTo>
                  <a:cubicBezTo>
                    <a:pt x="44455" y="613"/>
                    <a:pt x="39859" y="0"/>
                    <a:pt x="35122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2591850" y="1276275"/>
              <a:ext cx="1661150" cy="1105025"/>
            </a:xfrm>
            <a:custGeom>
              <a:avLst/>
              <a:gdLst/>
              <a:ahLst/>
              <a:cxnLst/>
              <a:rect l="l" t="t" r="r" b="b"/>
              <a:pathLst>
                <a:path w="66446" h="44201" extrusionOk="0">
                  <a:moveTo>
                    <a:pt x="33223" y="188"/>
                  </a:moveTo>
                  <a:cubicBezTo>
                    <a:pt x="42056" y="188"/>
                    <a:pt x="50370" y="2476"/>
                    <a:pt x="56600" y="6617"/>
                  </a:cubicBezTo>
                  <a:cubicBezTo>
                    <a:pt x="62832" y="10756"/>
                    <a:pt x="66262" y="16253"/>
                    <a:pt x="66262" y="22100"/>
                  </a:cubicBezTo>
                  <a:cubicBezTo>
                    <a:pt x="66262" y="27946"/>
                    <a:pt x="62845" y="33441"/>
                    <a:pt x="56600" y="37586"/>
                  </a:cubicBezTo>
                  <a:cubicBezTo>
                    <a:pt x="50358" y="41732"/>
                    <a:pt x="42054" y="44015"/>
                    <a:pt x="33223" y="44015"/>
                  </a:cubicBezTo>
                  <a:cubicBezTo>
                    <a:pt x="24392" y="44015"/>
                    <a:pt x="16080" y="41727"/>
                    <a:pt x="9848" y="37586"/>
                  </a:cubicBezTo>
                  <a:cubicBezTo>
                    <a:pt x="3618" y="33445"/>
                    <a:pt x="186" y="27944"/>
                    <a:pt x="186" y="22100"/>
                  </a:cubicBezTo>
                  <a:cubicBezTo>
                    <a:pt x="186" y="16255"/>
                    <a:pt x="3603" y="10762"/>
                    <a:pt x="9848" y="6617"/>
                  </a:cubicBezTo>
                  <a:cubicBezTo>
                    <a:pt x="16093" y="2469"/>
                    <a:pt x="24392" y="188"/>
                    <a:pt x="33223" y="188"/>
                  </a:cubicBezTo>
                  <a:close/>
                  <a:moveTo>
                    <a:pt x="33223" y="0"/>
                  </a:moveTo>
                  <a:cubicBezTo>
                    <a:pt x="28742" y="0"/>
                    <a:pt x="24394" y="585"/>
                    <a:pt x="20302" y="1732"/>
                  </a:cubicBezTo>
                  <a:cubicBezTo>
                    <a:pt x="16349" y="2847"/>
                    <a:pt x="12802" y="4438"/>
                    <a:pt x="9748" y="6463"/>
                  </a:cubicBezTo>
                  <a:cubicBezTo>
                    <a:pt x="6692" y="8490"/>
                    <a:pt x="4295" y="10852"/>
                    <a:pt x="2619" y="13485"/>
                  </a:cubicBezTo>
                  <a:cubicBezTo>
                    <a:pt x="880" y="16212"/>
                    <a:pt x="0" y="19110"/>
                    <a:pt x="0" y="22100"/>
                  </a:cubicBezTo>
                  <a:cubicBezTo>
                    <a:pt x="0" y="25090"/>
                    <a:pt x="880" y="27988"/>
                    <a:pt x="2619" y="30718"/>
                  </a:cubicBezTo>
                  <a:cubicBezTo>
                    <a:pt x="4295" y="33349"/>
                    <a:pt x="6696" y="35711"/>
                    <a:pt x="9748" y="37738"/>
                  </a:cubicBezTo>
                  <a:cubicBezTo>
                    <a:pt x="12797" y="39765"/>
                    <a:pt x="16349" y="41356"/>
                    <a:pt x="20302" y="42466"/>
                  </a:cubicBezTo>
                  <a:cubicBezTo>
                    <a:pt x="24394" y="43617"/>
                    <a:pt x="28742" y="44200"/>
                    <a:pt x="33223" y="44200"/>
                  </a:cubicBezTo>
                  <a:cubicBezTo>
                    <a:pt x="37706" y="44200"/>
                    <a:pt x="42052" y="43617"/>
                    <a:pt x="46144" y="42466"/>
                  </a:cubicBezTo>
                  <a:cubicBezTo>
                    <a:pt x="50101" y="41356"/>
                    <a:pt x="53649" y="39765"/>
                    <a:pt x="56703" y="37738"/>
                  </a:cubicBezTo>
                  <a:cubicBezTo>
                    <a:pt x="59757" y="35711"/>
                    <a:pt x="62153" y="33349"/>
                    <a:pt x="63830" y="30718"/>
                  </a:cubicBezTo>
                  <a:cubicBezTo>
                    <a:pt x="65566" y="27988"/>
                    <a:pt x="66446" y="25086"/>
                    <a:pt x="66446" y="22100"/>
                  </a:cubicBezTo>
                  <a:cubicBezTo>
                    <a:pt x="66446" y="19113"/>
                    <a:pt x="65566" y="16212"/>
                    <a:pt x="63830" y="13485"/>
                  </a:cubicBezTo>
                  <a:cubicBezTo>
                    <a:pt x="62153" y="10852"/>
                    <a:pt x="59755" y="8490"/>
                    <a:pt x="56703" y="6463"/>
                  </a:cubicBezTo>
                  <a:cubicBezTo>
                    <a:pt x="53651" y="4438"/>
                    <a:pt x="50101" y="2847"/>
                    <a:pt x="46144" y="1732"/>
                  </a:cubicBezTo>
                  <a:cubicBezTo>
                    <a:pt x="42052" y="585"/>
                    <a:pt x="37704" y="0"/>
                    <a:pt x="3322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2661150" y="1294850"/>
              <a:ext cx="1522600" cy="1064775"/>
            </a:xfrm>
            <a:custGeom>
              <a:avLst/>
              <a:gdLst/>
              <a:ahLst/>
              <a:cxnLst/>
              <a:rect l="l" t="t" r="r" b="b"/>
              <a:pathLst>
                <a:path w="60904" h="42591" extrusionOk="0">
                  <a:moveTo>
                    <a:pt x="30451" y="186"/>
                  </a:moveTo>
                  <a:cubicBezTo>
                    <a:pt x="38543" y="186"/>
                    <a:pt x="46159" y="2395"/>
                    <a:pt x="51868" y="6380"/>
                  </a:cubicBezTo>
                  <a:cubicBezTo>
                    <a:pt x="57574" y="10365"/>
                    <a:pt x="60720" y="15661"/>
                    <a:pt x="60720" y="21295"/>
                  </a:cubicBezTo>
                  <a:cubicBezTo>
                    <a:pt x="60720" y="26927"/>
                    <a:pt x="57585" y="32219"/>
                    <a:pt x="51868" y="36213"/>
                  </a:cubicBezTo>
                  <a:cubicBezTo>
                    <a:pt x="46148" y="40207"/>
                    <a:pt x="38541" y="42407"/>
                    <a:pt x="30451" y="42407"/>
                  </a:cubicBezTo>
                  <a:cubicBezTo>
                    <a:pt x="22363" y="42407"/>
                    <a:pt x="14745" y="40198"/>
                    <a:pt x="9039" y="36213"/>
                  </a:cubicBezTo>
                  <a:cubicBezTo>
                    <a:pt x="3330" y="32228"/>
                    <a:pt x="186" y="26925"/>
                    <a:pt x="186" y="21295"/>
                  </a:cubicBezTo>
                  <a:cubicBezTo>
                    <a:pt x="186" y="15664"/>
                    <a:pt x="3319" y="10374"/>
                    <a:pt x="9039" y="6380"/>
                  </a:cubicBezTo>
                  <a:cubicBezTo>
                    <a:pt x="14756" y="2386"/>
                    <a:pt x="22363" y="186"/>
                    <a:pt x="30451" y="186"/>
                  </a:cubicBezTo>
                  <a:close/>
                  <a:moveTo>
                    <a:pt x="30451" y="1"/>
                  </a:moveTo>
                  <a:cubicBezTo>
                    <a:pt x="26344" y="1"/>
                    <a:pt x="22359" y="562"/>
                    <a:pt x="18609" y="1671"/>
                  </a:cubicBezTo>
                  <a:cubicBezTo>
                    <a:pt x="14982" y="2741"/>
                    <a:pt x="11730" y="4274"/>
                    <a:pt x="8932" y="6228"/>
                  </a:cubicBezTo>
                  <a:cubicBezTo>
                    <a:pt x="6134" y="8182"/>
                    <a:pt x="3937" y="10459"/>
                    <a:pt x="2399" y="12996"/>
                  </a:cubicBezTo>
                  <a:cubicBezTo>
                    <a:pt x="808" y="15623"/>
                    <a:pt x="1" y="18414"/>
                    <a:pt x="1" y="21295"/>
                  </a:cubicBezTo>
                  <a:cubicBezTo>
                    <a:pt x="1" y="24176"/>
                    <a:pt x="808" y="26968"/>
                    <a:pt x="2399" y="29597"/>
                  </a:cubicBezTo>
                  <a:cubicBezTo>
                    <a:pt x="3937" y="32134"/>
                    <a:pt x="6134" y="34413"/>
                    <a:pt x="8932" y="36365"/>
                  </a:cubicBezTo>
                  <a:cubicBezTo>
                    <a:pt x="11730" y="38317"/>
                    <a:pt x="14982" y="39852"/>
                    <a:pt x="18609" y="40922"/>
                  </a:cubicBezTo>
                  <a:cubicBezTo>
                    <a:pt x="22359" y="42031"/>
                    <a:pt x="26344" y="42590"/>
                    <a:pt x="30451" y="42590"/>
                  </a:cubicBezTo>
                  <a:cubicBezTo>
                    <a:pt x="34560" y="42590"/>
                    <a:pt x="38545" y="42031"/>
                    <a:pt x="42296" y="40922"/>
                  </a:cubicBezTo>
                  <a:cubicBezTo>
                    <a:pt x="45922" y="39852"/>
                    <a:pt x="49177" y="38319"/>
                    <a:pt x="51974" y="36365"/>
                  </a:cubicBezTo>
                  <a:cubicBezTo>
                    <a:pt x="54772" y="34411"/>
                    <a:pt x="56968" y="32134"/>
                    <a:pt x="58503" y="29597"/>
                  </a:cubicBezTo>
                  <a:cubicBezTo>
                    <a:pt x="60096" y="26968"/>
                    <a:pt x="60904" y="24172"/>
                    <a:pt x="60904" y="21295"/>
                  </a:cubicBezTo>
                  <a:cubicBezTo>
                    <a:pt x="60904" y="18416"/>
                    <a:pt x="60096" y="15623"/>
                    <a:pt x="58503" y="12996"/>
                  </a:cubicBezTo>
                  <a:cubicBezTo>
                    <a:pt x="56968" y="10459"/>
                    <a:pt x="54772" y="8182"/>
                    <a:pt x="51974" y="6228"/>
                  </a:cubicBezTo>
                  <a:cubicBezTo>
                    <a:pt x="49177" y="4274"/>
                    <a:pt x="45922" y="2741"/>
                    <a:pt x="42296" y="1671"/>
                  </a:cubicBezTo>
                  <a:cubicBezTo>
                    <a:pt x="38545" y="562"/>
                    <a:pt x="34558" y="1"/>
                    <a:pt x="30451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2720200" y="1310925"/>
              <a:ext cx="1404550" cy="1030975"/>
            </a:xfrm>
            <a:custGeom>
              <a:avLst/>
              <a:gdLst/>
              <a:ahLst/>
              <a:cxnLst/>
              <a:rect l="l" t="t" r="r" b="b"/>
              <a:pathLst>
                <a:path w="56182" h="41239" extrusionOk="0">
                  <a:moveTo>
                    <a:pt x="28089" y="184"/>
                  </a:moveTo>
                  <a:cubicBezTo>
                    <a:pt x="35549" y="184"/>
                    <a:pt x="42569" y="2318"/>
                    <a:pt x="47833" y="6177"/>
                  </a:cubicBezTo>
                  <a:cubicBezTo>
                    <a:pt x="53098" y="10038"/>
                    <a:pt x="55994" y="15164"/>
                    <a:pt x="55994" y="20618"/>
                  </a:cubicBezTo>
                  <a:cubicBezTo>
                    <a:pt x="55994" y="26071"/>
                    <a:pt x="53106" y="31192"/>
                    <a:pt x="47833" y="35058"/>
                  </a:cubicBezTo>
                  <a:cubicBezTo>
                    <a:pt x="42560" y="38923"/>
                    <a:pt x="35549" y="41050"/>
                    <a:pt x="28089" y="41050"/>
                  </a:cubicBezTo>
                  <a:cubicBezTo>
                    <a:pt x="20631" y="41050"/>
                    <a:pt x="13611" y="38915"/>
                    <a:pt x="8347" y="35058"/>
                  </a:cubicBezTo>
                  <a:cubicBezTo>
                    <a:pt x="3082" y="31198"/>
                    <a:pt x="184" y="26068"/>
                    <a:pt x="184" y="20618"/>
                  </a:cubicBezTo>
                  <a:cubicBezTo>
                    <a:pt x="184" y="15166"/>
                    <a:pt x="3076" y="10040"/>
                    <a:pt x="8347" y="6177"/>
                  </a:cubicBezTo>
                  <a:cubicBezTo>
                    <a:pt x="13620" y="2313"/>
                    <a:pt x="20631" y="184"/>
                    <a:pt x="28089" y="184"/>
                  </a:cubicBezTo>
                  <a:close/>
                  <a:moveTo>
                    <a:pt x="28089" y="0"/>
                  </a:moveTo>
                  <a:cubicBezTo>
                    <a:pt x="20593" y="0"/>
                    <a:pt x="13543" y="2140"/>
                    <a:pt x="8238" y="6029"/>
                  </a:cubicBezTo>
                  <a:cubicBezTo>
                    <a:pt x="5656" y="7919"/>
                    <a:pt x="3627" y="10126"/>
                    <a:pt x="2213" y="12582"/>
                  </a:cubicBezTo>
                  <a:cubicBezTo>
                    <a:pt x="744" y="15125"/>
                    <a:pt x="1" y="17829"/>
                    <a:pt x="1" y="20616"/>
                  </a:cubicBezTo>
                  <a:cubicBezTo>
                    <a:pt x="1" y="23403"/>
                    <a:pt x="744" y="26109"/>
                    <a:pt x="2213" y="28653"/>
                  </a:cubicBezTo>
                  <a:cubicBezTo>
                    <a:pt x="3627" y="31109"/>
                    <a:pt x="5656" y="33313"/>
                    <a:pt x="8238" y="35207"/>
                  </a:cubicBezTo>
                  <a:cubicBezTo>
                    <a:pt x="13543" y="39096"/>
                    <a:pt x="20593" y="41238"/>
                    <a:pt x="28089" y="41238"/>
                  </a:cubicBezTo>
                  <a:cubicBezTo>
                    <a:pt x="35587" y="41238"/>
                    <a:pt x="42639" y="39096"/>
                    <a:pt x="47942" y="35207"/>
                  </a:cubicBezTo>
                  <a:cubicBezTo>
                    <a:pt x="50524" y="33313"/>
                    <a:pt x="52551" y="31109"/>
                    <a:pt x="53969" y="28653"/>
                  </a:cubicBezTo>
                  <a:cubicBezTo>
                    <a:pt x="55437" y="26109"/>
                    <a:pt x="56182" y="23403"/>
                    <a:pt x="56182" y="20616"/>
                  </a:cubicBezTo>
                  <a:cubicBezTo>
                    <a:pt x="56182" y="17829"/>
                    <a:pt x="55437" y="15125"/>
                    <a:pt x="53969" y="12582"/>
                  </a:cubicBezTo>
                  <a:cubicBezTo>
                    <a:pt x="52551" y="10126"/>
                    <a:pt x="50524" y="7919"/>
                    <a:pt x="47942" y="6029"/>
                  </a:cubicBezTo>
                  <a:cubicBezTo>
                    <a:pt x="42639" y="2140"/>
                    <a:pt x="35585" y="0"/>
                    <a:pt x="28089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3139425" y="2295575"/>
              <a:ext cx="85400" cy="101850"/>
            </a:xfrm>
            <a:custGeom>
              <a:avLst/>
              <a:gdLst/>
              <a:ahLst/>
              <a:cxnLst/>
              <a:rect l="l" t="t" r="r" b="b"/>
              <a:pathLst>
                <a:path w="3416" h="4074" extrusionOk="0">
                  <a:moveTo>
                    <a:pt x="106" y="4073"/>
                  </a:moveTo>
                  <a:cubicBezTo>
                    <a:pt x="84" y="4073"/>
                    <a:pt x="63" y="4065"/>
                    <a:pt x="46" y="4052"/>
                  </a:cubicBezTo>
                  <a:cubicBezTo>
                    <a:pt x="7" y="4018"/>
                    <a:pt x="1" y="3960"/>
                    <a:pt x="33" y="3920"/>
                  </a:cubicBezTo>
                  <a:lnTo>
                    <a:pt x="3175" y="116"/>
                  </a:lnTo>
                  <a:cubicBezTo>
                    <a:pt x="3251" y="1"/>
                    <a:pt x="3416" y="135"/>
                    <a:pt x="3320" y="233"/>
                  </a:cubicBezTo>
                  <a:lnTo>
                    <a:pt x="178" y="4041"/>
                  </a:lnTo>
                  <a:cubicBezTo>
                    <a:pt x="159" y="4061"/>
                    <a:pt x="133" y="4073"/>
                    <a:pt x="106" y="4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3620600" y="2295900"/>
              <a:ext cx="84875" cy="101525"/>
            </a:xfrm>
            <a:custGeom>
              <a:avLst/>
              <a:gdLst/>
              <a:ahLst/>
              <a:cxnLst/>
              <a:rect l="l" t="t" r="r" b="b"/>
              <a:pathLst>
                <a:path w="3395" h="4061" extrusionOk="0">
                  <a:moveTo>
                    <a:pt x="3290" y="4060"/>
                  </a:moveTo>
                  <a:cubicBezTo>
                    <a:pt x="3264" y="4060"/>
                    <a:pt x="3236" y="4048"/>
                    <a:pt x="3219" y="4028"/>
                  </a:cubicBezTo>
                  <a:lnTo>
                    <a:pt x="31" y="165"/>
                  </a:lnTo>
                  <a:cubicBezTo>
                    <a:pt x="1" y="124"/>
                    <a:pt x="5" y="67"/>
                    <a:pt x="41" y="32"/>
                  </a:cubicBezTo>
                  <a:cubicBezTo>
                    <a:pt x="82" y="0"/>
                    <a:pt x="140" y="7"/>
                    <a:pt x="172" y="47"/>
                  </a:cubicBezTo>
                  <a:lnTo>
                    <a:pt x="3362" y="3907"/>
                  </a:lnTo>
                  <a:cubicBezTo>
                    <a:pt x="3394" y="3947"/>
                    <a:pt x="3390" y="4005"/>
                    <a:pt x="3349" y="4037"/>
                  </a:cubicBezTo>
                  <a:cubicBezTo>
                    <a:pt x="3332" y="4052"/>
                    <a:pt x="3313" y="4060"/>
                    <a:pt x="3290" y="40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3949025" y="2115850"/>
              <a:ext cx="210125" cy="64050"/>
            </a:xfrm>
            <a:custGeom>
              <a:avLst/>
              <a:gdLst/>
              <a:ahLst/>
              <a:cxnLst/>
              <a:rect l="l" t="t" r="r" b="b"/>
              <a:pathLst>
                <a:path w="8405" h="2562" extrusionOk="0">
                  <a:moveTo>
                    <a:pt x="8302" y="2562"/>
                  </a:moveTo>
                  <a:lnTo>
                    <a:pt x="8276" y="2555"/>
                  </a:lnTo>
                  <a:lnTo>
                    <a:pt x="118" y="212"/>
                  </a:lnTo>
                  <a:cubicBezTo>
                    <a:pt x="0" y="178"/>
                    <a:pt x="49" y="1"/>
                    <a:pt x="167" y="35"/>
                  </a:cubicBezTo>
                  <a:lnTo>
                    <a:pt x="8325" y="2380"/>
                  </a:lnTo>
                  <a:cubicBezTo>
                    <a:pt x="8376" y="2393"/>
                    <a:pt x="8404" y="2444"/>
                    <a:pt x="8389" y="2495"/>
                  </a:cubicBezTo>
                  <a:cubicBezTo>
                    <a:pt x="8379" y="2534"/>
                    <a:pt x="8342" y="2562"/>
                    <a:pt x="8302" y="25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4069575" y="1822475"/>
              <a:ext cx="262600" cy="5475"/>
            </a:xfrm>
            <a:custGeom>
              <a:avLst/>
              <a:gdLst/>
              <a:ahLst/>
              <a:cxnLst/>
              <a:rect l="l" t="t" r="r" b="b"/>
              <a:pathLst>
                <a:path w="10504" h="219" extrusionOk="0">
                  <a:moveTo>
                    <a:pt x="10410" y="216"/>
                  </a:moveTo>
                  <a:lnTo>
                    <a:pt x="10410" y="216"/>
                  </a:lnTo>
                  <a:lnTo>
                    <a:pt x="95" y="188"/>
                  </a:lnTo>
                  <a:cubicBezTo>
                    <a:pt x="43" y="186"/>
                    <a:pt x="3" y="146"/>
                    <a:pt x="1" y="94"/>
                  </a:cubicBezTo>
                  <a:cubicBezTo>
                    <a:pt x="1" y="43"/>
                    <a:pt x="43" y="0"/>
                    <a:pt x="95" y="0"/>
                  </a:cubicBezTo>
                  <a:lnTo>
                    <a:pt x="10412" y="32"/>
                  </a:lnTo>
                  <a:cubicBezTo>
                    <a:pt x="10463" y="32"/>
                    <a:pt x="10504" y="73"/>
                    <a:pt x="10504" y="124"/>
                  </a:cubicBezTo>
                  <a:cubicBezTo>
                    <a:pt x="10504" y="175"/>
                    <a:pt x="10461" y="218"/>
                    <a:pt x="10410" y="2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3945325" y="1471000"/>
              <a:ext cx="214350" cy="63400"/>
            </a:xfrm>
            <a:custGeom>
              <a:avLst/>
              <a:gdLst/>
              <a:ahLst/>
              <a:cxnLst/>
              <a:rect l="l" t="t" r="r" b="b"/>
              <a:pathLst>
                <a:path w="8574" h="2536" extrusionOk="0">
                  <a:moveTo>
                    <a:pt x="101" y="2535"/>
                  </a:moveTo>
                  <a:cubicBezTo>
                    <a:pt x="61" y="2535"/>
                    <a:pt x="24" y="2505"/>
                    <a:pt x="14" y="2465"/>
                  </a:cubicBezTo>
                  <a:cubicBezTo>
                    <a:pt x="1" y="2416"/>
                    <a:pt x="29" y="2364"/>
                    <a:pt x="78" y="2349"/>
                  </a:cubicBezTo>
                  <a:lnTo>
                    <a:pt x="8426" y="15"/>
                  </a:lnTo>
                  <a:cubicBezTo>
                    <a:pt x="8533" y="0"/>
                    <a:pt x="8574" y="152"/>
                    <a:pt x="8473" y="192"/>
                  </a:cubicBezTo>
                  <a:lnTo>
                    <a:pt x="129" y="25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3623975" y="1251650"/>
              <a:ext cx="83200" cy="97675"/>
            </a:xfrm>
            <a:custGeom>
              <a:avLst/>
              <a:gdLst/>
              <a:ahLst/>
              <a:cxnLst/>
              <a:rect l="l" t="t" r="r" b="b"/>
              <a:pathLst>
                <a:path w="3328" h="3907" extrusionOk="0">
                  <a:moveTo>
                    <a:pt x="105" y="3907"/>
                  </a:moveTo>
                  <a:cubicBezTo>
                    <a:pt x="84" y="3905"/>
                    <a:pt x="62" y="3896"/>
                    <a:pt x="45" y="3881"/>
                  </a:cubicBezTo>
                  <a:cubicBezTo>
                    <a:pt x="7" y="3849"/>
                    <a:pt x="0" y="3792"/>
                    <a:pt x="34" y="3753"/>
                  </a:cubicBezTo>
                  <a:lnTo>
                    <a:pt x="3084" y="118"/>
                  </a:lnTo>
                  <a:cubicBezTo>
                    <a:pt x="3161" y="1"/>
                    <a:pt x="3328" y="142"/>
                    <a:pt x="3225" y="238"/>
                  </a:cubicBezTo>
                  <a:lnTo>
                    <a:pt x="178" y="3871"/>
                  </a:lnTo>
                  <a:cubicBezTo>
                    <a:pt x="158" y="3892"/>
                    <a:pt x="133" y="3905"/>
                    <a:pt x="105" y="39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3139425" y="1253475"/>
              <a:ext cx="81450" cy="95850"/>
            </a:xfrm>
            <a:custGeom>
              <a:avLst/>
              <a:gdLst/>
              <a:ahLst/>
              <a:cxnLst/>
              <a:rect l="l" t="t" r="r" b="b"/>
              <a:pathLst>
                <a:path w="3258" h="3834" extrusionOk="0">
                  <a:moveTo>
                    <a:pt x="3153" y="3834"/>
                  </a:moveTo>
                  <a:cubicBezTo>
                    <a:pt x="3128" y="3832"/>
                    <a:pt x="3102" y="3819"/>
                    <a:pt x="3085" y="3798"/>
                  </a:cubicBezTo>
                  <a:lnTo>
                    <a:pt x="33" y="165"/>
                  </a:lnTo>
                  <a:cubicBezTo>
                    <a:pt x="1" y="124"/>
                    <a:pt x="7" y="67"/>
                    <a:pt x="46" y="35"/>
                  </a:cubicBezTo>
                  <a:cubicBezTo>
                    <a:pt x="84" y="0"/>
                    <a:pt x="144" y="5"/>
                    <a:pt x="176" y="45"/>
                  </a:cubicBezTo>
                  <a:lnTo>
                    <a:pt x="3226" y="3680"/>
                  </a:lnTo>
                  <a:cubicBezTo>
                    <a:pt x="3258" y="3719"/>
                    <a:pt x="3251" y="3776"/>
                    <a:pt x="3215" y="3808"/>
                  </a:cubicBezTo>
                  <a:cubicBezTo>
                    <a:pt x="3198" y="3823"/>
                    <a:pt x="3177" y="3832"/>
                    <a:pt x="3153" y="3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2685700" y="1471050"/>
              <a:ext cx="206675" cy="61250"/>
            </a:xfrm>
            <a:custGeom>
              <a:avLst/>
              <a:gdLst/>
              <a:ahLst/>
              <a:cxnLst/>
              <a:rect l="l" t="t" r="r" b="b"/>
              <a:pathLst>
                <a:path w="8267" h="2450" extrusionOk="0">
                  <a:moveTo>
                    <a:pt x="8166" y="2450"/>
                  </a:moveTo>
                  <a:lnTo>
                    <a:pt x="8140" y="2450"/>
                  </a:lnTo>
                  <a:lnTo>
                    <a:pt x="82" y="192"/>
                  </a:lnTo>
                  <a:cubicBezTo>
                    <a:pt x="31" y="178"/>
                    <a:pt x="1" y="126"/>
                    <a:pt x="16" y="77"/>
                  </a:cubicBezTo>
                  <a:cubicBezTo>
                    <a:pt x="31" y="28"/>
                    <a:pt x="80" y="0"/>
                    <a:pt x="131" y="13"/>
                  </a:cubicBezTo>
                  <a:lnTo>
                    <a:pt x="8189" y="2268"/>
                  </a:lnTo>
                  <a:cubicBezTo>
                    <a:pt x="8238" y="2283"/>
                    <a:pt x="8266" y="2335"/>
                    <a:pt x="8253" y="2384"/>
                  </a:cubicBezTo>
                  <a:cubicBezTo>
                    <a:pt x="8243" y="2422"/>
                    <a:pt x="8206" y="2450"/>
                    <a:pt x="8166" y="24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2512725" y="1822475"/>
              <a:ext cx="255225" cy="5425"/>
            </a:xfrm>
            <a:custGeom>
              <a:avLst/>
              <a:gdLst/>
              <a:ahLst/>
              <a:cxnLst/>
              <a:rect l="l" t="t" r="r" b="b"/>
              <a:pathLst>
                <a:path w="10209" h="217" extrusionOk="0">
                  <a:moveTo>
                    <a:pt x="92" y="216"/>
                  </a:moveTo>
                  <a:cubicBezTo>
                    <a:pt x="41" y="216"/>
                    <a:pt x="0" y="173"/>
                    <a:pt x="2" y="124"/>
                  </a:cubicBezTo>
                  <a:cubicBezTo>
                    <a:pt x="0" y="73"/>
                    <a:pt x="41" y="30"/>
                    <a:pt x="92" y="32"/>
                  </a:cubicBezTo>
                  <a:lnTo>
                    <a:pt x="10117" y="0"/>
                  </a:lnTo>
                  <a:lnTo>
                    <a:pt x="10117" y="0"/>
                  </a:lnTo>
                  <a:cubicBezTo>
                    <a:pt x="10166" y="2"/>
                    <a:pt x="10207" y="43"/>
                    <a:pt x="10207" y="94"/>
                  </a:cubicBezTo>
                  <a:cubicBezTo>
                    <a:pt x="10209" y="146"/>
                    <a:pt x="10168" y="188"/>
                    <a:pt x="10117" y="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2685775" y="2116400"/>
              <a:ext cx="209150" cy="63500"/>
            </a:xfrm>
            <a:custGeom>
              <a:avLst/>
              <a:gdLst/>
              <a:ahLst/>
              <a:cxnLst/>
              <a:rect l="l" t="t" r="r" b="b"/>
              <a:pathLst>
                <a:path w="8366" h="2540" extrusionOk="0">
                  <a:moveTo>
                    <a:pt x="103" y="2540"/>
                  </a:moveTo>
                  <a:cubicBezTo>
                    <a:pt x="62" y="2540"/>
                    <a:pt x="26" y="2512"/>
                    <a:pt x="15" y="2473"/>
                  </a:cubicBezTo>
                  <a:cubicBezTo>
                    <a:pt x="0" y="2424"/>
                    <a:pt x="28" y="2371"/>
                    <a:pt x="77" y="2358"/>
                  </a:cubicBezTo>
                  <a:lnTo>
                    <a:pt x="8237" y="13"/>
                  </a:lnTo>
                  <a:cubicBezTo>
                    <a:pt x="8287" y="0"/>
                    <a:pt x="8338" y="26"/>
                    <a:pt x="8353" y="75"/>
                  </a:cubicBezTo>
                  <a:cubicBezTo>
                    <a:pt x="8366" y="124"/>
                    <a:pt x="8338" y="175"/>
                    <a:pt x="8289" y="190"/>
                  </a:cubicBezTo>
                  <a:lnTo>
                    <a:pt x="128" y="2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3828150" y="2212825"/>
              <a:ext cx="141600" cy="95225"/>
            </a:xfrm>
            <a:custGeom>
              <a:avLst/>
              <a:gdLst/>
              <a:ahLst/>
              <a:cxnLst/>
              <a:rect l="l" t="t" r="r" b="b"/>
              <a:pathLst>
                <a:path w="5664" h="3809" extrusionOk="0">
                  <a:moveTo>
                    <a:pt x="5557" y="3808"/>
                  </a:moveTo>
                  <a:cubicBezTo>
                    <a:pt x="5540" y="3808"/>
                    <a:pt x="5523" y="3802"/>
                    <a:pt x="5508" y="3791"/>
                  </a:cubicBezTo>
                  <a:lnTo>
                    <a:pt x="56" y="186"/>
                  </a:lnTo>
                  <a:cubicBezTo>
                    <a:pt x="13" y="156"/>
                    <a:pt x="0" y="99"/>
                    <a:pt x="30" y="54"/>
                  </a:cubicBezTo>
                  <a:cubicBezTo>
                    <a:pt x="58" y="11"/>
                    <a:pt x="115" y="0"/>
                    <a:pt x="158" y="30"/>
                  </a:cubicBezTo>
                  <a:lnTo>
                    <a:pt x="5608" y="3637"/>
                  </a:lnTo>
                  <a:cubicBezTo>
                    <a:pt x="5651" y="3665"/>
                    <a:pt x="5664" y="3723"/>
                    <a:pt x="5636" y="3765"/>
                  </a:cubicBezTo>
                  <a:cubicBezTo>
                    <a:pt x="5617" y="3791"/>
                    <a:pt x="5589" y="3806"/>
                    <a:pt x="5557" y="38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4045125" y="1938875"/>
              <a:ext cx="247275" cy="66925"/>
            </a:xfrm>
            <a:custGeom>
              <a:avLst/>
              <a:gdLst/>
              <a:ahLst/>
              <a:cxnLst/>
              <a:rect l="l" t="t" r="r" b="b"/>
              <a:pathLst>
                <a:path w="9891" h="2677" extrusionOk="0">
                  <a:moveTo>
                    <a:pt x="9771" y="2672"/>
                  </a:moveTo>
                  <a:lnTo>
                    <a:pt x="9746" y="2672"/>
                  </a:lnTo>
                  <a:lnTo>
                    <a:pt x="80" y="192"/>
                  </a:lnTo>
                  <a:cubicBezTo>
                    <a:pt x="30" y="179"/>
                    <a:pt x="1" y="130"/>
                    <a:pt x="13" y="81"/>
                  </a:cubicBezTo>
                  <a:cubicBezTo>
                    <a:pt x="24" y="30"/>
                    <a:pt x="75" y="0"/>
                    <a:pt x="124" y="13"/>
                  </a:cubicBezTo>
                  <a:lnTo>
                    <a:pt x="9795" y="2495"/>
                  </a:lnTo>
                  <a:cubicBezTo>
                    <a:pt x="9891" y="2527"/>
                    <a:pt x="9872" y="2668"/>
                    <a:pt x="9771" y="26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4044925" y="1630800"/>
              <a:ext cx="237975" cy="9050"/>
            </a:xfrm>
            <a:custGeom>
              <a:avLst/>
              <a:gdLst/>
              <a:ahLst/>
              <a:cxnLst/>
              <a:rect l="l" t="t" r="r" b="b"/>
              <a:pathLst>
                <a:path w="9519" h="362" extrusionOk="0">
                  <a:moveTo>
                    <a:pt x="111" y="350"/>
                  </a:moveTo>
                  <a:cubicBezTo>
                    <a:pt x="56" y="361"/>
                    <a:pt x="2" y="316"/>
                    <a:pt x="2" y="259"/>
                  </a:cubicBezTo>
                  <a:cubicBezTo>
                    <a:pt x="0" y="201"/>
                    <a:pt x="51" y="156"/>
                    <a:pt x="109" y="167"/>
                  </a:cubicBezTo>
                  <a:lnTo>
                    <a:pt x="9423" y="0"/>
                  </a:lnTo>
                  <a:cubicBezTo>
                    <a:pt x="9474" y="2"/>
                    <a:pt x="9514" y="41"/>
                    <a:pt x="9517" y="90"/>
                  </a:cubicBezTo>
                  <a:cubicBezTo>
                    <a:pt x="9519" y="143"/>
                    <a:pt x="9478" y="186"/>
                    <a:pt x="9427" y="1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3806250" y="1333450"/>
              <a:ext cx="140925" cy="73650"/>
            </a:xfrm>
            <a:custGeom>
              <a:avLst/>
              <a:gdLst/>
              <a:ahLst/>
              <a:cxnLst/>
              <a:rect l="l" t="t" r="r" b="b"/>
              <a:pathLst>
                <a:path w="5637" h="2946" extrusionOk="0">
                  <a:moveTo>
                    <a:pt x="105" y="2946"/>
                  </a:moveTo>
                  <a:cubicBezTo>
                    <a:pt x="69" y="2944"/>
                    <a:pt x="39" y="2924"/>
                    <a:pt x="22" y="2894"/>
                  </a:cubicBezTo>
                  <a:cubicBezTo>
                    <a:pt x="1" y="2847"/>
                    <a:pt x="18" y="2794"/>
                    <a:pt x="65" y="2771"/>
                  </a:cubicBezTo>
                  <a:lnTo>
                    <a:pt x="5466" y="37"/>
                  </a:lnTo>
                  <a:cubicBezTo>
                    <a:pt x="5568" y="1"/>
                    <a:pt x="5637" y="139"/>
                    <a:pt x="5547" y="201"/>
                  </a:cubicBezTo>
                  <a:lnTo>
                    <a:pt x="148" y="2935"/>
                  </a:lnTo>
                  <a:cubicBezTo>
                    <a:pt x="133" y="2944"/>
                    <a:pt x="120" y="2946"/>
                    <a:pt x="105" y="29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3405700" y="1224150"/>
              <a:ext cx="7175" cy="99675"/>
            </a:xfrm>
            <a:custGeom>
              <a:avLst/>
              <a:gdLst/>
              <a:ahLst/>
              <a:cxnLst/>
              <a:rect l="l" t="t" r="r" b="b"/>
              <a:pathLst>
                <a:path w="287" h="3987" extrusionOk="0">
                  <a:moveTo>
                    <a:pt x="193" y="3984"/>
                  </a:moveTo>
                  <a:cubicBezTo>
                    <a:pt x="144" y="3984"/>
                    <a:pt x="101" y="3943"/>
                    <a:pt x="101" y="3892"/>
                  </a:cubicBezTo>
                  <a:lnTo>
                    <a:pt x="5" y="99"/>
                  </a:lnTo>
                  <a:cubicBezTo>
                    <a:pt x="1" y="48"/>
                    <a:pt x="43" y="3"/>
                    <a:pt x="95" y="3"/>
                  </a:cubicBezTo>
                  <a:cubicBezTo>
                    <a:pt x="148" y="1"/>
                    <a:pt x="191" y="41"/>
                    <a:pt x="189" y="95"/>
                  </a:cubicBezTo>
                  <a:lnTo>
                    <a:pt x="285" y="3890"/>
                  </a:lnTo>
                  <a:cubicBezTo>
                    <a:pt x="287" y="3941"/>
                    <a:pt x="246" y="3986"/>
                    <a:pt x="193" y="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2875150" y="1342800"/>
              <a:ext cx="138850" cy="92075"/>
            </a:xfrm>
            <a:custGeom>
              <a:avLst/>
              <a:gdLst/>
              <a:ahLst/>
              <a:cxnLst/>
              <a:rect l="l" t="t" r="r" b="b"/>
              <a:pathLst>
                <a:path w="5554" h="3683" extrusionOk="0">
                  <a:moveTo>
                    <a:pt x="5446" y="3682"/>
                  </a:moveTo>
                  <a:cubicBezTo>
                    <a:pt x="5427" y="3682"/>
                    <a:pt x="5410" y="3676"/>
                    <a:pt x="5395" y="3667"/>
                  </a:cubicBezTo>
                  <a:lnTo>
                    <a:pt x="56" y="186"/>
                  </a:lnTo>
                  <a:cubicBezTo>
                    <a:pt x="13" y="158"/>
                    <a:pt x="0" y="99"/>
                    <a:pt x="30" y="58"/>
                  </a:cubicBezTo>
                  <a:cubicBezTo>
                    <a:pt x="58" y="13"/>
                    <a:pt x="116" y="0"/>
                    <a:pt x="158" y="30"/>
                  </a:cubicBezTo>
                  <a:lnTo>
                    <a:pt x="5498" y="3511"/>
                  </a:lnTo>
                  <a:cubicBezTo>
                    <a:pt x="5540" y="3539"/>
                    <a:pt x="5553" y="3597"/>
                    <a:pt x="5523" y="3640"/>
                  </a:cubicBezTo>
                  <a:cubicBezTo>
                    <a:pt x="5506" y="3665"/>
                    <a:pt x="5478" y="3682"/>
                    <a:pt x="5446" y="36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2552500" y="1645000"/>
              <a:ext cx="234100" cy="62275"/>
            </a:xfrm>
            <a:custGeom>
              <a:avLst/>
              <a:gdLst/>
              <a:ahLst/>
              <a:cxnLst/>
              <a:rect l="l" t="t" r="r" b="b"/>
              <a:pathLst>
                <a:path w="9364" h="2491" extrusionOk="0">
                  <a:moveTo>
                    <a:pt x="9261" y="2488"/>
                  </a:moveTo>
                  <a:lnTo>
                    <a:pt x="9239" y="2488"/>
                  </a:lnTo>
                  <a:lnTo>
                    <a:pt x="99" y="201"/>
                  </a:lnTo>
                  <a:cubicBezTo>
                    <a:pt x="41" y="197"/>
                    <a:pt x="0" y="141"/>
                    <a:pt x="15" y="86"/>
                  </a:cubicBezTo>
                  <a:cubicBezTo>
                    <a:pt x="30" y="30"/>
                    <a:pt x="90" y="0"/>
                    <a:pt x="144" y="22"/>
                  </a:cubicBezTo>
                  <a:lnTo>
                    <a:pt x="9284" y="2307"/>
                  </a:lnTo>
                  <a:cubicBezTo>
                    <a:pt x="9333" y="2320"/>
                    <a:pt x="9363" y="2371"/>
                    <a:pt x="9350" y="2420"/>
                  </a:cubicBezTo>
                  <a:cubicBezTo>
                    <a:pt x="9340" y="2461"/>
                    <a:pt x="9303" y="2491"/>
                    <a:pt x="9261" y="24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2562050" y="2009550"/>
              <a:ext cx="254175" cy="10775"/>
            </a:xfrm>
            <a:custGeom>
              <a:avLst/>
              <a:gdLst/>
              <a:ahLst/>
              <a:cxnLst/>
              <a:rect l="l" t="t" r="r" b="b"/>
              <a:pathLst>
                <a:path w="10167" h="431" extrusionOk="0">
                  <a:moveTo>
                    <a:pt x="95" y="430"/>
                  </a:moveTo>
                  <a:cubicBezTo>
                    <a:pt x="43" y="430"/>
                    <a:pt x="3" y="389"/>
                    <a:pt x="1" y="338"/>
                  </a:cubicBezTo>
                  <a:cubicBezTo>
                    <a:pt x="1" y="289"/>
                    <a:pt x="41" y="246"/>
                    <a:pt x="93" y="246"/>
                  </a:cubicBezTo>
                  <a:lnTo>
                    <a:pt x="10070" y="3"/>
                  </a:lnTo>
                  <a:cubicBezTo>
                    <a:pt x="10122" y="1"/>
                    <a:pt x="10167" y="41"/>
                    <a:pt x="10167" y="95"/>
                  </a:cubicBezTo>
                  <a:cubicBezTo>
                    <a:pt x="10167" y="144"/>
                    <a:pt x="10128" y="187"/>
                    <a:pt x="10077" y="1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2898375" y="2216775"/>
              <a:ext cx="127250" cy="100300"/>
            </a:xfrm>
            <a:custGeom>
              <a:avLst/>
              <a:gdLst/>
              <a:ahLst/>
              <a:cxnLst/>
              <a:rect l="l" t="t" r="r" b="b"/>
              <a:pathLst>
                <a:path w="5090" h="4012" extrusionOk="0">
                  <a:moveTo>
                    <a:pt x="105" y="4011"/>
                  </a:moveTo>
                  <a:cubicBezTo>
                    <a:pt x="77" y="4011"/>
                    <a:pt x="49" y="3998"/>
                    <a:pt x="32" y="3975"/>
                  </a:cubicBezTo>
                  <a:cubicBezTo>
                    <a:pt x="0" y="3934"/>
                    <a:pt x="9" y="3877"/>
                    <a:pt x="49" y="3845"/>
                  </a:cubicBezTo>
                  <a:lnTo>
                    <a:pt x="4889" y="64"/>
                  </a:lnTo>
                  <a:cubicBezTo>
                    <a:pt x="4985" y="0"/>
                    <a:pt x="5090" y="133"/>
                    <a:pt x="5004" y="212"/>
                  </a:cubicBezTo>
                  <a:lnTo>
                    <a:pt x="163" y="3992"/>
                  </a:lnTo>
                  <a:cubicBezTo>
                    <a:pt x="146" y="4005"/>
                    <a:pt x="126" y="4011"/>
                    <a:pt x="105" y="40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3419900" y="2321300"/>
              <a:ext cx="5100" cy="105650"/>
            </a:xfrm>
            <a:custGeom>
              <a:avLst/>
              <a:gdLst/>
              <a:ahLst/>
              <a:cxnLst/>
              <a:rect l="l" t="t" r="r" b="b"/>
              <a:pathLst>
                <a:path w="204" h="4226" extrusionOk="0">
                  <a:moveTo>
                    <a:pt x="101" y="4225"/>
                  </a:moveTo>
                  <a:cubicBezTo>
                    <a:pt x="50" y="4225"/>
                    <a:pt x="9" y="4183"/>
                    <a:pt x="11" y="4134"/>
                  </a:cubicBezTo>
                  <a:lnTo>
                    <a:pt x="11" y="110"/>
                  </a:lnTo>
                  <a:cubicBezTo>
                    <a:pt x="1" y="52"/>
                    <a:pt x="46" y="1"/>
                    <a:pt x="103" y="1"/>
                  </a:cubicBezTo>
                  <a:cubicBezTo>
                    <a:pt x="161" y="1"/>
                    <a:pt x="204" y="52"/>
                    <a:pt x="195" y="110"/>
                  </a:cubicBezTo>
                  <a:lnTo>
                    <a:pt x="195" y="4134"/>
                  </a:lnTo>
                  <a:cubicBezTo>
                    <a:pt x="195" y="4185"/>
                    <a:pt x="152" y="4225"/>
                    <a:pt x="101" y="42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9" name="Google Shape;779;p14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0" name="Google Shape;780;p14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781" name="Google Shape;781;p14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4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786" name="Google Shape;786;p14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787" name="Google Shape;787;p14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4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4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4" name="Google Shape;794;p14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795" name="Google Shape;795;p14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1" name="Google Shape;801;p14"/>
          <p:cNvGrpSpPr/>
          <p:nvPr/>
        </p:nvGrpSpPr>
        <p:grpSpPr>
          <a:xfrm>
            <a:off x="-932577" y="958761"/>
            <a:ext cx="11009154" cy="7604431"/>
            <a:chOff x="-800075" y="137211"/>
            <a:chExt cx="11009154" cy="7604431"/>
          </a:xfrm>
        </p:grpSpPr>
        <p:sp>
          <p:nvSpPr>
            <p:cNvPr id="802" name="Google Shape;802;p14"/>
            <p:cNvSpPr/>
            <p:nvPr/>
          </p:nvSpPr>
          <p:spPr>
            <a:xfrm>
              <a:off x="-800075" y="137211"/>
              <a:ext cx="5445653" cy="7604431"/>
            </a:xfrm>
            <a:custGeom>
              <a:avLst/>
              <a:gdLst/>
              <a:ahLst/>
              <a:cxnLst/>
              <a:rect l="l" t="t" r="r" b="b"/>
              <a:pathLst>
                <a:path w="23702" h="33098" extrusionOk="0">
                  <a:moveTo>
                    <a:pt x="1354" y="1"/>
                  </a:moveTo>
                  <a:cubicBezTo>
                    <a:pt x="1185" y="1"/>
                    <a:pt x="1019" y="32"/>
                    <a:pt x="865" y="99"/>
                  </a:cubicBezTo>
                  <a:cubicBezTo>
                    <a:pt x="201" y="383"/>
                    <a:pt x="0" y="1209"/>
                    <a:pt x="421" y="1942"/>
                  </a:cubicBezTo>
                  <a:lnTo>
                    <a:pt x="440" y="1974"/>
                  </a:lnTo>
                  <a:cubicBezTo>
                    <a:pt x="476" y="2194"/>
                    <a:pt x="553" y="2405"/>
                    <a:pt x="664" y="2598"/>
                  </a:cubicBezTo>
                  <a:cubicBezTo>
                    <a:pt x="664" y="2600"/>
                    <a:pt x="667" y="2604"/>
                    <a:pt x="671" y="2608"/>
                  </a:cubicBezTo>
                  <a:cubicBezTo>
                    <a:pt x="711" y="2830"/>
                    <a:pt x="788" y="3046"/>
                    <a:pt x="899" y="3243"/>
                  </a:cubicBezTo>
                  <a:cubicBezTo>
                    <a:pt x="942" y="3463"/>
                    <a:pt x="1019" y="3676"/>
                    <a:pt x="1130" y="3873"/>
                  </a:cubicBezTo>
                  <a:cubicBezTo>
                    <a:pt x="1175" y="4093"/>
                    <a:pt x="1252" y="4306"/>
                    <a:pt x="1358" y="4503"/>
                  </a:cubicBezTo>
                  <a:cubicBezTo>
                    <a:pt x="1408" y="4723"/>
                    <a:pt x="1484" y="4936"/>
                    <a:pt x="1589" y="5135"/>
                  </a:cubicBezTo>
                  <a:cubicBezTo>
                    <a:pt x="1638" y="5355"/>
                    <a:pt x="1715" y="5566"/>
                    <a:pt x="1818" y="5765"/>
                  </a:cubicBezTo>
                  <a:cubicBezTo>
                    <a:pt x="1869" y="5983"/>
                    <a:pt x="1946" y="6194"/>
                    <a:pt x="2048" y="6395"/>
                  </a:cubicBezTo>
                  <a:cubicBezTo>
                    <a:pt x="2100" y="6613"/>
                    <a:pt x="2176" y="6824"/>
                    <a:pt x="2277" y="7025"/>
                  </a:cubicBezTo>
                  <a:cubicBezTo>
                    <a:pt x="2330" y="7243"/>
                    <a:pt x="2407" y="7452"/>
                    <a:pt x="2507" y="7653"/>
                  </a:cubicBezTo>
                  <a:cubicBezTo>
                    <a:pt x="2561" y="7873"/>
                    <a:pt x="2638" y="8086"/>
                    <a:pt x="2736" y="8291"/>
                  </a:cubicBezTo>
                  <a:cubicBezTo>
                    <a:pt x="2794" y="8507"/>
                    <a:pt x="2871" y="8718"/>
                    <a:pt x="2967" y="8921"/>
                  </a:cubicBezTo>
                  <a:cubicBezTo>
                    <a:pt x="3123" y="9340"/>
                    <a:pt x="3276" y="9763"/>
                    <a:pt x="3428" y="10183"/>
                  </a:cubicBezTo>
                  <a:cubicBezTo>
                    <a:pt x="3582" y="10606"/>
                    <a:pt x="3738" y="11029"/>
                    <a:pt x="3894" y="11452"/>
                  </a:cubicBezTo>
                  <a:cubicBezTo>
                    <a:pt x="3951" y="11668"/>
                    <a:pt x="4028" y="11879"/>
                    <a:pt x="4122" y="12084"/>
                  </a:cubicBezTo>
                  <a:cubicBezTo>
                    <a:pt x="4274" y="12505"/>
                    <a:pt x="4427" y="12926"/>
                    <a:pt x="4583" y="13344"/>
                  </a:cubicBezTo>
                  <a:cubicBezTo>
                    <a:pt x="4645" y="13560"/>
                    <a:pt x="4722" y="13769"/>
                    <a:pt x="4814" y="13974"/>
                  </a:cubicBezTo>
                  <a:cubicBezTo>
                    <a:pt x="4874" y="14190"/>
                    <a:pt x="4951" y="14399"/>
                    <a:pt x="5043" y="14604"/>
                  </a:cubicBezTo>
                  <a:cubicBezTo>
                    <a:pt x="5107" y="14820"/>
                    <a:pt x="5183" y="15029"/>
                    <a:pt x="5275" y="15234"/>
                  </a:cubicBezTo>
                  <a:cubicBezTo>
                    <a:pt x="5335" y="15450"/>
                    <a:pt x="5412" y="15659"/>
                    <a:pt x="5506" y="15864"/>
                  </a:cubicBezTo>
                  <a:cubicBezTo>
                    <a:pt x="5568" y="16080"/>
                    <a:pt x="5645" y="16289"/>
                    <a:pt x="5734" y="16494"/>
                  </a:cubicBezTo>
                  <a:cubicBezTo>
                    <a:pt x="5796" y="16710"/>
                    <a:pt x="5875" y="16919"/>
                    <a:pt x="5967" y="17124"/>
                  </a:cubicBezTo>
                  <a:cubicBezTo>
                    <a:pt x="6029" y="17340"/>
                    <a:pt x="6106" y="17549"/>
                    <a:pt x="6196" y="17754"/>
                  </a:cubicBezTo>
                  <a:cubicBezTo>
                    <a:pt x="6260" y="17970"/>
                    <a:pt x="6337" y="18179"/>
                    <a:pt x="6426" y="18385"/>
                  </a:cubicBezTo>
                  <a:cubicBezTo>
                    <a:pt x="6491" y="18600"/>
                    <a:pt x="6570" y="18812"/>
                    <a:pt x="6659" y="19017"/>
                  </a:cubicBezTo>
                  <a:cubicBezTo>
                    <a:pt x="6721" y="19232"/>
                    <a:pt x="6798" y="19442"/>
                    <a:pt x="6888" y="19647"/>
                  </a:cubicBezTo>
                  <a:cubicBezTo>
                    <a:pt x="6952" y="19856"/>
                    <a:pt x="7029" y="20067"/>
                    <a:pt x="7118" y="20277"/>
                  </a:cubicBezTo>
                  <a:cubicBezTo>
                    <a:pt x="7206" y="20488"/>
                    <a:pt x="7259" y="20697"/>
                    <a:pt x="7347" y="20907"/>
                  </a:cubicBezTo>
                  <a:cubicBezTo>
                    <a:pt x="7413" y="21122"/>
                    <a:pt x="7490" y="21332"/>
                    <a:pt x="7580" y="21537"/>
                  </a:cubicBezTo>
                  <a:cubicBezTo>
                    <a:pt x="7646" y="21750"/>
                    <a:pt x="7721" y="21962"/>
                    <a:pt x="7808" y="22167"/>
                  </a:cubicBezTo>
                  <a:cubicBezTo>
                    <a:pt x="7874" y="22380"/>
                    <a:pt x="7951" y="22592"/>
                    <a:pt x="8039" y="22797"/>
                  </a:cubicBezTo>
                  <a:cubicBezTo>
                    <a:pt x="8105" y="23008"/>
                    <a:pt x="8182" y="23220"/>
                    <a:pt x="8270" y="23427"/>
                  </a:cubicBezTo>
                  <a:cubicBezTo>
                    <a:pt x="8336" y="23643"/>
                    <a:pt x="8415" y="23854"/>
                    <a:pt x="8502" y="24061"/>
                  </a:cubicBezTo>
                  <a:cubicBezTo>
                    <a:pt x="8569" y="24275"/>
                    <a:pt x="8645" y="24488"/>
                    <a:pt x="8733" y="24695"/>
                  </a:cubicBezTo>
                  <a:cubicBezTo>
                    <a:pt x="8799" y="24907"/>
                    <a:pt x="8878" y="25118"/>
                    <a:pt x="8964" y="25328"/>
                  </a:cubicBezTo>
                  <a:cubicBezTo>
                    <a:pt x="9051" y="25539"/>
                    <a:pt x="9130" y="25748"/>
                    <a:pt x="9196" y="25962"/>
                  </a:cubicBezTo>
                  <a:cubicBezTo>
                    <a:pt x="9265" y="26171"/>
                    <a:pt x="9342" y="26383"/>
                    <a:pt x="9429" y="26594"/>
                  </a:cubicBezTo>
                  <a:cubicBezTo>
                    <a:pt x="9495" y="26808"/>
                    <a:pt x="9574" y="27019"/>
                    <a:pt x="9662" y="27228"/>
                  </a:cubicBezTo>
                  <a:cubicBezTo>
                    <a:pt x="9837" y="27779"/>
                    <a:pt x="10072" y="28311"/>
                    <a:pt x="10360" y="28813"/>
                  </a:cubicBezTo>
                  <a:cubicBezTo>
                    <a:pt x="11886" y="31470"/>
                    <a:pt x="14693" y="33098"/>
                    <a:pt x="17335" y="33098"/>
                  </a:cubicBezTo>
                  <a:cubicBezTo>
                    <a:pt x="18129" y="33098"/>
                    <a:pt x="18908" y="32951"/>
                    <a:pt x="19634" y="32640"/>
                  </a:cubicBezTo>
                  <a:cubicBezTo>
                    <a:pt x="22769" y="31297"/>
                    <a:pt x="23702" y="27406"/>
                    <a:pt x="21718" y="23948"/>
                  </a:cubicBezTo>
                  <a:cubicBezTo>
                    <a:pt x="21415" y="23420"/>
                    <a:pt x="21056" y="22925"/>
                    <a:pt x="20650" y="22472"/>
                  </a:cubicBezTo>
                  <a:cubicBezTo>
                    <a:pt x="20509" y="22284"/>
                    <a:pt x="20358" y="22103"/>
                    <a:pt x="20204" y="21932"/>
                  </a:cubicBezTo>
                  <a:cubicBezTo>
                    <a:pt x="20050" y="21761"/>
                    <a:pt x="19913" y="21565"/>
                    <a:pt x="19757" y="21394"/>
                  </a:cubicBezTo>
                  <a:cubicBezTo>
                    <a:pt x="19604" y="21223"/>
                    <a:pt x="19469" y="21028"/>
                    <a:pt x="19315" y="20853"/>
                  </a:cubicBezTo>
                  <a:cubicBezTo>
                    <a:pt x="19159" y="20680"/>
                    <a:pt x="19023" y="20488"/>
                    <a:pt x="18869" y="20315"/>
                  </a:cubicBezTo>
                  <a:cubicBezTo>
                    <a:pt x="18715" y="20142"/>
                    <a:pt x="18581" y="19950"/>
                    <a:pt x="18427" y="19779"/>
                  </a:cubicBezTo>
                  <a:cubicBezTo>
                    <a:pt x="18271" y="19606"/>
                    <a:pt x="18134" y="19410"/>
                    <a:pt x="17980" y="19239"/>
                  </a:cubicBezTo>
                  <a:cubicBezTo>
                    <a:pt x="17825" y="19068"/>
                    <a:pt x="17692" y="18874"/>
                    <a:pt x="17536" y="18701"/>
                  </a:cubicBezTo>
                  <a:cubicBezTo>
                    <a:pt x="17383" y="18525"/>
                    <a:pt x="17246" y="18333"/>
                    <a:pt x="17092" y="18162"/>
                  </a:cubicBezTo>
                  <a:cubicBezTo>
                    <a:pt x="16951" y="17977"/>
                    <a:pt x="16804" y="17795"/>
                    <a:pt x="16646" y="17624"/>
                  </a:cubicBezTo>
                  <a:cubicBezTo>
                    <a:pt x="16507" y="17436"/>
                    <a:pt x="16360" y="17257"/>
                    <a:pt x="16201" y="17084"/>
                  </a:cubicBezTo>
                  <a:cubicBezTo>
                    <a:pt x="16061" y="16898"/>
                    <a:pt x="15913" y="16717"/>
                    <a:pt x="15757" y="16546"/>
                  </a:cubicBezTo>
                  <a:cubicBezTo>
                    <a:pt x="15599" y="16375"/>
                    <a:pt x="15469" y="16180"/>
                    <a:pt x="15313" y="16010"/>
                  </a:cubicBezTo>
                  <a:cubicBezTo>
                    <a:pt x="15174" y="15822"/>
                    <a:pt x="15025" y="15640"/>
                    <a:pt x="14867" y="15469"/>
                  </a:cubicBezTo>
                  <a:cubicBezTo>
                    <a:pt x="14730" y="15281"/>
                    <a:pt x="14580" y="15102"/>
                    <a:pt x="14425" y="14931"/>
                  </a:cubicBezTo>
                  <a:cubicBezTo>
                    <a:pt x="14286" y="14743"/>
                    <a:pt x="14136" y="14564"/>
                    <a:pt x="13978" y="14393"/>
                  </a:cubicBezTo>
                  <a:cubicBezTo>
                    <a:pt x="13842" y="14205"/>
                    <a:pt x="13692" y="14026"/>
                    <a:pt x="13532" y="13855"/>
                  </a:cubicBezTo>
                  <a:cubicBezTo>
                    <a:pt x="13395" y="13667"/>
                    <a:pt x="13248" y="13485"/>
                    <a:pt x="13090" y="13314"/>
                  </a:cubicBezTo>
                  <a:cubicBezTo>
                    <a:pt x="12951" y="13126"/>
                    <a:pt x="12801" y="12947"/>
                    <a:pt x="12643" y="12776"/>
                  </a:cubicBezTo>
                  <a:cubicBezTo>
                    <a:pt x="12507" y="12588"/>
                    <a:pt x="12359" y="12409"/>
                    <a:pt x="12201" y="12240"/>
                  </a:cubicBezTo>
                  <a:cubicBezTo>
                    <a:pt x="12063" y="12050"/>
                    <a:pt x="11915" y="11871"/>
                    <a:pt x="11755" y="11700"/>
                  </a:cubicBezTo>
                  <a:cubicBezTo>
                    <a:pt x="11618" y="11510"/>
                    <a:pt x="11471" y="11330"/>
                    <a:pt x="11311" y="11162"/>
                  </a:cubicBezTo>
                  <a:cubicBezTo>
                    <a:pt x="11174" y="10972"/>
                    <a:pt x="11025" y="10792"/>
                    <a:pt x="10867" y="10623"/>
                  </a:cubicBezTo>
                  <a:cubicBezTo>
                    <a:pt x="10730" y="10433"/>
                    <a:pt x="10582" y="10252"/>
                    <a:pt x="10420" y="10085"/>
                  </a:cubicBezTo>
                  <a:cubicBezTo>
                    <a:pt x="10286" y="9895"/>
                    <a:pt x="10136" y="9714"/>
                    <a:pt x="9976" y="9545"/>
                  </a:cubicBezTo>
                  <a:cubicBezTo>
                    <a:pt x="9841" y="9355"/>
                    <a:pt x="9692" y="9175"/>
                    <a:pt x="9532" y="9007"/>
                  </a:cubicBezTo>
                  <a:cubicBezTo>
                    <a:pt x="9397" y="8817"/>
                    <a:pt x="9250" y="8637"/>
                    <a:pt x="9088" y="8471"/>
                  </a:cubicBezTo>
                  <a:cubicBezTo>
                    <a:pt x="8953" y="8278"/>
                    <a:pt x="8803" y="8097"/>
                    <a:pt x="8641" y="7930"/>
                  </a:cubicBezTo>
                  <a:cubicBezTo>
                    <a:pt x="8509" y="7738"/>
                    <a:pt x="8359" y="7557"/>
                    <a:pt x="8197" y="7392"/>
                  </a:cubicBezTo>
                  <a:cubicBezTo>
                    <a:pt x="8065" y="7198"/>
                    <a:pt x="7915" y="7018"/>
                    <a:pt x="7751" y="6854"/>
                  </a:cubicBezTo>
                  <a:cubicBezTo>
                    <a:pt x="7620" y="6660"/>
                    <a:pt x="7471" y="6480"/>
                    <a:pt x="7304" y="6316"/>
                  </a:cubicBezTo>
                  <a:cubicBezTo>
                    <a:pt x="7174" y="6121"/>
                    <a:pt x="7027" y="5942"/>
                    <a:pt x="6862" y="5775"/>
                  </a:cubicBezTo>
                  <a:cubicBezTo>
                    <a:pt x="6730" y="5581"/>
                    <a:pt x="6578" y="5400"/>
                    <a:pt x="6409" y="5235"/>
                  </a:cubicBezTo>
                  <a:cubicBezTo>
                    <a:pt x="6283" y="5041"/>
                    <a:pt x="6136" y="4864"/>
                    <a:pt x="5969" y="4703"/>
                  </a:cubicBezTo>
                  <a:cubicBezTo>
                    <a:pt x="5841" y="4507"/>
                    <a:pt x="5692" y="4325"/>
                    <a:pt x="5523" y="4163"/>
                  </a:cubicBezTo>
                  <a:cubicBezTo>
                    <a:pt x="5397" y="3967"/>
                    <a:pt x="5248" y="3787"/>
                    <a:pt x="5079" y="3625"/>
                  </a:cubicBezTo>
                  <a:cubicBezTo>
                    <a:pt x="4953" y="3428"/>
                    <a:pt x="4803" y="3247"/>
                    <a:pt x="4632" y="3089"/>
                  </a:cubicBezTo>
                  <a:cubicBezTo>
                    <a:pt x="4509" y="2888"/>
                    <a:pt x="4359" y="2706"/>
                    <a:pt x="4186" y="2548"/>
                  </a:cubicBezTo>
                  <a:cubicBezTo>
                    <a:pt x="4064" y="2348"/>
                    <a:pt x="3915" y="2168"/>
                    <a:pt x="3740" y="2012"/>
                  </a:cubicBezTo>
                  <a:cubicBezTo>
                    <a:pt x="3622" y="1809"/>
                    <a:pt x="3471" y="1628"/>
                    <a:pt x="3293" y="1472"/>
                  </a:cubicBezTo>
                  <a:cubicBezTo>
                    <a:pt x="3178" y="1269"/>
                    <a:pt x="3026" y="1088"/>
                    <a:pt x="2845" y="936"/>
                  </a:cubicBezTo>
                  <a:cubicBezTo>
                    <a:pt x="2843" y="927"/>
                    <a:pt x="2839" y="917"/>
                    <a:pt x="2832" y="910"/>
                  </a:cubicBezTo>
                  <a:cubicBezTo>
                    <a:pt x="2511" y="346"/>
                    <a:pt x="1914" y="1"/>
                    <a:pt x="1354" y="1"/>
                  </a:cubicBez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4350097" y="137671"/>
              <a:ext cx="5858982" cy="7582834"/>
            </a:xfrm>
            <a:custGeom>
              <a:avLst/>
              <a:gdLst/>
              <a:ahLst/>
              <a:cxnLst/>
              <a:rect l="l" t="t" r="r" b="b"/>
              <a:pathLst>
                <a:path w="25501" h="33004" extrusionOk="0">
                  <a:moveTo>
                    <a:pt x="24144" y="0"/>
                  </a:moveTo>
                  <a:cubicBezTo>
                    <a:pt x="23598" y="0"/>
                    <a:pt x="22999" y="298"/>
                    <a:pt x="22630" y="814"/>
                  </a:cubicBezTo>
                  <a:cubicBezTo>
                    <a:pt x="22604" y="855"/>
                    <a:pt x="22577" y="891"/>
                    <a:pt x="22553" y="932"/>
                  </a:cubicBezTo>
                  <a:cubicBezTo>
                    <a:pt x="22395" y="1058"/>
                    <a:pt x="22254" y="1205"/>
                    <a:pt x="22135" y="1370"/>
                  </a:cubicBezTo>
                  <a:lnTo>
                    <a:pt x="22070" y="1468"/>
                  </a:lnTo>
                  <a:cubicBezTo>
                    <a:pt x="21908" y="1600"/>
                    <a:pt x="21763" y="1752"/>
                    <a:pt x="21641" y="1923"/>
                  </a:cubicBezTo>
                  <a:cubicBezTo>
                    <a:pt x="21622" y="1948"/>
                    <a:pt x="21605" y="1976"/>
                    <a:pt x="21590" y="2002"/>
                  </a:cubicBezTo>
                  <a:cubicBezTo>
                    <a:pt x="21421" y="2141"/>
                    <a:pt x="21272" y="2299"/>
                    <a:pt x="21146" y="2478"/>
                  </a:cubicBezTo>
                  <a:cubicBezTo>
                    <a:pt x="21133" y="2497"/>
                    <a:pt x="21118" y="2517"/>
                    <a:pt x="21107" y="2538"/>
                  </a:cubicBezTo>
                  <a:cubicBezTo>
                    <a:pt x="20934" y="2683"/>
                    <a:pt x="20783" y="2848"/>
                    <a:pt x="20652" y="3029"/>
                  </a:cubicBezTo>
                  <a:cubicBezTo>
                    <a:pt x="20642" y="3044"/>
                    <a:pt x="20631" y="3061"/>
                    <a:pt x="20620" y="3078"/>
                  </a:cubicBezTo>
                  <a:cubicBezTo>
                    <a:pt x="20447" y="3228"/>
                    <a:pt x="20291" y="3399"/>
                    <a:pt x="20157" y="3584"/>
                  </a:cubicBezTo>
                  <a:lnTo>
                    <a:pt x="20136" y="3621"/>
                  </a:lnTo>
                  <a:cubicBezTo>
                    <a:pt x="19958" y="3774"/>
                    <a:pt x="19800" y="3947"/>
                    <a:pt x="19661" y="4138"/>
                  </a:cubicBezTo>
                  <a:lnTo>
                    <a:pt x="19646" y="4161"/>
                  </a:lnTo>
                  <a:cubicBezTo>
                    <a:pt x="19467" y="4319"/>
                    <a:pt x="19307" y="4498"/>
                    <a:pt x="19168" y="4693"/>
                  </a:cubicBezTo>
                  <a:lnTo>
                    <a:pt x="19160" y="4703"/>
                  </a:lnTo>
                  <a:cubicBezTo>
                    <a:pt x="18982" y="4862"/>
                    <a:pt x="18822" y="5041"/>
                    <a:pt x="18683" y="5235"/>
                  </a:cubicBezTo>
                  <a:cubicBezTo>
                    <a:pt x="18504" y="5398"/>
                    <a:pt x="18342" y="5577"/>
                    <a:pt x="18198" y="5771"/>
                  </a:cubicBezTo>
                  <a:cubicBezTo>
                    <a:pt x="18021" y="5934"/>
                    <a:pt x="17861" y="6115"/>
                    <a:pt x="17716" y="6307"/>
                  </a:cubicBezTo>
                  <a:cubicBezTo>
                    <a:pt x="17395" y="6670"/>
                    <a:pt x="17073" y="7031"/>
                    <a:pt x="16746" y="7390"/>
                  </a:cubicBezTo>
                  <a:cubicBezTo>
                    <a:pt x="16571" y="7555"/>
                    <a:pt x="16409" y="7736"/>
                    <a:pt x="16264" y="7928"/>
                  </a:cubicBezTo>
                  <a:cubicBezTo>
                    <a:pt x="16088" y="8095"/>
                    <a:pt x="15926" y="8274"/>
                    <a:pt x="15781" y="8469"/>
                  </a:cubicBezTo>
                  <a:cubicBezTo>
                    <a:pt x="15606" y="8635"/>
                    <a:pt x="15443" y="8815"/>
                    <a:pt x="15294" y="9007"/>
                  </a:cubicBezTo>
                  <a:cubicBezTo>
                    <a:pt x="15121" y="9176"/>
                    <a:pt x="14961" y="9355"/>
                    <a:pt x="14811" y="9547"/>
                  </a:cubicBezTo>
                  <a:cubicBezTo>
                    <a:pt x="14638" y="9716"/>
                    <a:pt x="14478" y="9895"/>
                    <a:pt x="14329" y="10085"/>
                  </a:cubicBezTo>
                  <a:lnTo>
                    <a:pt x="13359" y="11166"/>
                  </a:lnTo>
                  <a:cubicBezTo>
                    <a:pt x="13186" y="11335"/>
                    <a:pt x="13026" y="11514"/>
                    <a:pt x="12876" y="11704"/>
                  </a:cubicBezTo>
                  <a:cubicBezTo>
                    <a:pt x="12705" y="11873"/>
                    <a:pt x="12545" y="12052"/>
                    <a:pt x="12396" y="12240"/>
                  </a:cubicBezTo>
                  <a:cubicBezTo>
                    <a:pt x="12225" y="12409"/>
                    <a:pt x="12063" y="12588"/>
                    <a:pt x="11915" y="12778"/>
                  </a:cubicBezTo>
                  <a:cubicBezTo>
                    <a:pt x="11742" y="12947"/>
                    <a:pt x="11582" y="13127"/>
                    <a:pt x="11433" y="13317"/>
                  </a:cubicBezTo>
                  <a:cubicBezTo>
                    <a:pt x="11262" y="13485"/>
                    <a:pt x="11102" y="13665"/>
                    <a:pt x="10952" y="13853"/>
                  </a:cubicBezTo>
                  <a:cubicBezTo>
                    <a:pt x="10781" y="14021"/>
                    <a:pt x="10621" y="14201"/>
                    <a:pt x="10472" y="14389"/>
                  </a:cubicBezTo>
                  <a:cubicBezTo>
                    <a:pt x="10301" y="14560"/>
                    <a:pt x="10138" y="14737"/>
                    <a:pt x="9987" y="14925"/>
                  </a:cubicBezTo>
                  <a:cubicBezTo>
                    <a:pt x="9669" y="15286"/>
                    <a:pt x="9348" y="15645"/>
                    <a:pt x="9024" y="16001"/>
                  </a:cubicBezTo>
                  <a:cubicBezTo>
                    <a:pt x="8855" y="16174"/>
                    <a:pt x="8693" y="16354"/>
                    <a:pt x="8541" y="16544"/>
                  </a:cubicBezTo>
                  <a:cubicBezTo>
                    <a:pt x="8370" y="16715"/>
                    <a:pt x="8210" y="16894"/>
                    <a:pt x="8058" y="17082"/>
                  </a:cubicBezTo>
                  <a:cubicBezTo>
                    <a:pt x="7887" y="17253"/>
                    <a:pt x="7725" y="17434"/>
                    <a:pt x="7573" y="17622"/>
                  </a:cubicBezTo>
                  <a:cubicBezTo>
                    <a:pt x="7403" y="17793"/>
                    <a:pt x="7242" y="17975"/>
                    <a:pt x="7089" y="18160"/>
                  </a:cubicBezTo>
                  <a:cubicBezTo>
                    <a:pt x="6933" y="18348"/>
                    <a:pt x="6760" y="18513"/>
                    <a:pt x="6606" y="18701"/>
                  </a:cubicBezTo>
                  <a:cubicBezTo>
                    <a:pt x="6450" y="18887"/>
                    <a:pt x="6277" y="19053"/>
                    <a:pt x="6121" y="19243"/>
                  </a:cubicBezTo>
                  <a:cubicBezTo>
                    <a:pt x="5967" y="19431"/>
                    <a:pt x="5794" y="19591"/>
                    <a:pt x="5639" y="19781"/>
                  </a:cubicBezTo>
                  <a:cubicBezTo>
                    <a:pt x="5485" y="19971"/>
                    <a:pt x="5307" y="20134"/>
                    <a:pt x="5156" y="20320"/>
                  </a:cubicBezTo>
                  <a:cubicBezTo>
                    <a:pt x="5004" y="20508"/>
                    <a:pt x="4825" y="20672"/>
                    <a:pt x="4673" y="20860"/>
                  </a:cubicBezTo>
                  <a:cubicBezTo>
                    <a:pt x="4519" y="21046"/>
                    <a:pt x="4342" y="21212"/>
                    <a:pt x="4186" y="21398"/>
                  </a:cubicBezTo>
                  <a:cubicBezTo>
                    <a:pt x="4032" y="21586"/>
                    <a:pt x="3857" y="21750"/>
                    <a:pt x="3704" y="21941"/>
                  </a:cubicBezTo>
                  <a:cubicBezTo>
                    <a:pt x="3548" y="22131"/>
                    <a:pt x="3375" y="22293"/>
                    <a:pt x="3221" y="22481"/>
                  </a:cubicBezTo>
                  <a:cubicBezTo>
                    <a:pt x="2905" y="22806"/>
                    <a:pt x="2612" y="23156"/>
                    <a:pt x="2347" y="23523"/>
                  </a:cubicBezTo>
                  <a:cubicBezTo>
                    <a:pt x="0" y="26808"/>
                    <a:pt x="515" y="30757"/>
                    <a:pt x="3492" y="32343"/>
                  </a:cubicBezTo>
                  <a:cubicBezTo>
                    <a:pt x="4332" y="32792"/>
                    <a:pt x="5278" y="33004"/>
                    <a:pt x="6257" y="33004"/>
                  </a:cubicBezTo>
                  <a:cubicBezTo>
                    <a:pt x="8748" y="33004"/>
                    <a:pt x="11450" y="31629"/>
                    <a:pt x="13135" y="29272"/>
                  </a:cubicBezTo>
                  <a:cubicBezTo>
                    <a:pt x="13551" y="28689"/>
                    <a:pt x="13893" y="28057"/>
                    <a:pt x="14149" y="27389"/>
                  </a:cubicBezTo>
                  <a:cubicBezTo>
                    <a:pt x="14252" y="27179"/>
                    <a:pt x="14341" y="26966"/>
                    <a:pt x="14423" y="26754"/>
                  </a:cubicBezTo>
                  <a:cubicBezTo>
                    <a:pt x="14523" y="26543"/>
                    <a:pt x="14615" y="26329"/>
                    <a:pt x="14694" y="26120"/>
                  </a:cubicBezTo>
                  <a:cubicBezTo>
                    <a:pt x="14796" y="25913"/>
                    <a:pt x="14886" y="25699"/>
                    <a:pt x="14967" y="25484"/>
                  </a:cubicBezTo>
                  <a:cubicBezTo>
                    <a:pt x="15068" y="25276"/>
                    <a:pt x="15159" y="25063"/>
                    <a:pt x="15238" y="24851"/>
                  </a:cubicBezTo>
                  <a:cubicBezTo>
                    <a:pt x="15320" y="24640"/>
                    <a:pt x="15431" y="24429"/>
                    <a:pt x="15512" y="24219"/>
                  </a:cubicBezTo>
                  <a:cubicBezTo>
                    <a:pt x="15591" y="24008"/>
                    <a:pt x="15704" y="23796"/>
                    <a:pt x="15783" y="23585"/>
                  </a:cubicBezTo>
                  <a:cubicBezTo>
                    <a:pt x="15864" y="23376"/>
                    <a:pt x="15975" y="23164"/>
                    <a:pt x="16056" y="22951"/>
                  </a:cubicBezTo>
                  <a:cubicBezTo>
                    <a:pt x="16135" y="22737"/>
                    <a:pt x="16249" y="22528"/>
                    <a:pt x="16328" y="22319"/>
                  </a:cubicBezTo>
                  <a:cubicBezTo>
                    <a:pt x="16409" y="22107"/>
                    <a:pt x="16520" y="21896"/>
                    <a:pt x="16601" y="21684"/>
                  </a:cubicBezTo>
                  <a:cubicBezTo>
                    <a:pt x="16701" y="21477"/>
                    <a:pt x="16791" y="21266"/>
                    <a:pt x="16870" y="21050"/>
                  </a:cubicBezTo>
                  <a:cubicBezTo>
                    <a:pt x="16973" y="20845"/>
                    <a:pt x="17064" y="20634"/>
                    <a:pt x="17141" y="20418"/>
                  </a:cubicBezTo>
                  <a:cubicBezTo>
                    <a:pt x="17244" y="20211"/>
                    <a:pt x="17336" y="19999"/>
                    <a:pt x="17415" y="19784"/>
                  </a:cubicBezTo>
                  <a:cubicBezTo>
                    <a:pt x="17517" y="19578"/>
                    <a:pt x="17607" y="19367"/>
                    <a:pt x="17686" y="19151"/>
                  </a:cubicBezTo>
                  <a:cubicBezTo>
                    <a:pt x="17867" y="18728"/>
                    <a:pt x="18049" y="18306"/>
                    <a:pt x="18230" y="17883"/>
                  </a:cubicBezTo>
                  <a:cubicBezTo>
                    <a:pt x="18335" y="17678"/>
                    <a:pt x="18425" y="17466"/>
                    <a:pt x="18504" y="17251"/>
                  </a:cubicBezTo>
                  <a:cubicBezTo>
                    <a:pt x="18609" y="17046"/>
                    <a:pt x="18700" y="16832"/>
                    <a:pt x="18775" y="16616"/>
                  </a:cubicBezTo>
                  <a:cubicBezTo>
                    <a:pt x="18882" y="16411"/>
                    <a:pt x="18972" y="16200"/>
                    <a:pt x="19046" y="15982"/>
                  </a:cubicBezTo>
                  <a:cubicBezTo>
                    <a:pt x="19153" y="15779"/>
                    <a:pt x="19243" y="15568"/>
                    <a:pt x="19318" y="15350"/>
                  </a:cubicBezTo>
                  <a:cubicBezTo>
                    <a:pt x="19424" y="15147"/>
                    <a:pt x="19516" y="14936"/>
                    <a:pt x="19591" y="14718"/>
                  </a:cubicBezTo>
                  <a:cubicBezTo>
                    <a:pt x="19770" y="14295"/>
                    <a:pt x="19952" y="13872"/>
                    <a:pt x="20136" y="13449"/>
                  </a:cubicBezTo>
                  <a:cubicBezTo>
                    <a:pt x="20317" y="13026"/>
                    <a:pt x="20499" y="12603"/>
                    <a:pt x="20680" y="12180"/>
                  </a:cubicBezTo>
                  <a:cubicBezTo>
                    <a:pt x="20787" y="11978"/>
                    <a:pt x="20879" y="11766"/>
                    <a:pt x="20951" y="11548"/>
                  </a:cubicBezTo>
                  <a:cubicBezTo>
                    <a:pt x="21060" y="11345"/>
                    <a:pt x="21152" y="11132"/>
                    <a:pt x="21225" y="10914"/>
                  </a:cubicBezTo>
                  <a:cubicBezTo>
                    <a:pt x="21404" y="10489"/>
                    <a:pt x="21586" y="10068"/>
                    <a:pt x="21769" y="9645"/>
                  </a:cubicBezTo>
                  <a:cubicBezTo>
                    <a:pt x="21878" y="9443"/>
                    <a:pt x="21968" y="9229"/>
                    <a:pt x="22038" y="9009"/>
                  </a:cubicBezTo>
                  <a:cubicBezTo>
                    <a:pt x="22149" y="8808"/>
                    <a:pt x="22241" y="8597"/>
                    <a:pt x="22310" y="8377"/>
                  </a:cubicBezTo>
                  <a:cubicBezTo>
                    <a:pt x="22425" y="8174"/>
                    <a:pt x="22515" y="7958"/>
                    <a:pt x="22583" y="7736"/>
                  </a:cubicBezTo>
                  <a:cubicBezTo>
                    <a:pt x="22696" y="7538"/>
                    <a:pt x="22786" y="7328"/>
                    <a:pt x="22852" y="7113"/>
                  </a:cubicBezTo>
                  <a:cubicBezTo>
                    <a:pt x="22967" y="6912"/>
                    <a:pt x="23057" y="6698"/>
                    <a:pt x="23121" y="6476"/>
                  </a:cubicBezTo>
                  <a:cubicBezTo>
                    <a:pt x="23241" y="6277"/>
                    <a:pt x="23333" y="6066"/>
                    <a:pt x="23395" y="5844"/>
                  </a:cubicBezTo>
                  <a:cubicBezTo>
                    <a:pt x="23574" y="5419"/>
                    <a:pt x="23755" y="4996"/>
                    <a:pt x="23939" y="4573"/>
                  </a:cubicBezTo>
                  <a:cubicBezTo>
                    <a:pt x="24061" y="4375"/>
                    <a:pt x="24151" y="4161"/>
                    <a:pt x="24208" y="3937"/>
                  </a:cubicBezTo>
                  <a:cubicBezTo>
                    <a:pt x="24332" y="3740"/>
                    <a:pt x="24424" y="3527"/>
                    <a:pt x="24477" y="3302"/>
                  </a:cubicBezTo>
                  <a:cubicBezTo>
                    <a:pt x="24606" y="3108"/>
                    <a:pt x="24697" y="2895"/>
                    <a:pt x="24749" y="2670"/>
                  </a:cubicBezTo>
                  <a:cubicBezTo>
                    <a:pt x="24879" y="2476"/>
                    <a:pt x="24971" y="2260"/>
                    <a:pt x="25018" y="2034"/>
                  </a:cubicBezTo>
                  <a:cubicBezTo>
                    <a:pt x="25500" y="1325"/>
                    <a:pt x="25383" y="483"/>
                    <a:pt x="24742" y="142"/>
                  </a:cubicBezTo>
                  <a:cubicBezTo>
                    <a:pt x="24562" y="46"/>
                    <a:pt x="24357" y="0"/>
                    <a:pt x="24144" y="0"/>
                  </a:cubicBez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14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805" name="Google Shape;805;p14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" name="Google Shape;855;p14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856" name="Google Shape;856;p14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4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4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4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4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4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4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4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4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4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4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4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4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4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4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4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4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4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4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4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47"/>
          <p:cNvSpPr txBox="1">
            <a:spLocks noGrp="1"/>
          </p:cNvSpPr>
          <p:nvPr>
            <p:ph type="ctrTitle"/>
          </p:nvPr>
        </p:nvSpPr>
        <p:spPr>
          <a:xfrm>
            <a:off x="1826055" y="525812"/>
            <a:ext cx="5491800" cy="2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FUTEBOL PAULISTA</a:t>
            </a:r>
            <a:endParaRPr dirty="0"/>
          </a:p>
        </p:txBody>
      </p:sp>
      <p:sp>
        <p:nvSpPr>
          <p:cNvPr id="2562" name="Google Shape;2562;p47"/>
          <p:cNvSpPr/>
          <p:nvPr/>
        </p:nvSpPr>
        <p:spPr>
          <a:xfrm>
            <a:off x="3844925" y="4545428"/>
            <a:ext cx="1454155" cy="396295"/>
          </a:xfrm>
          <a:custGeom>
            <a:avLst/>
            <a:gdLst/>
            <a:ahLst/>
            <a:cxnLst/>
            <a:rect l="l" t="t" r="r" b="b"/>
            <a:pathLst>
              <a:path w="16420" h="4475" extrusionOk="0">
                <a:moveTo>
                  <a:pt x="8210" y="1"/>
                </a:moveTo>
                <a:cubicBezTo>
                  <a:pt x="3676" y="1"/>
                  <a:pt x="0" y="1003"/>
                  <a:pt x="0" y="2239"/>
                </a:cubicBezTo>
                <a:cubicBezTo>
                  <a:pt x="0" y="3472"/>
                  <a:pt x="3676" y="4474"/>
                  <a:pt x="8210" y="4474"/>
                </a:cubicBezTo>
                <a:cubicBezTo>
                  <a:pt x="12743" y="4474"/>
                  <a:pt x="16419" y="3472"/>
                  <a:pt x="16419" y="2239"/>
                </a:cubicBezTo>
                <a:cubicBezTo>
                  <a:pt x="16419" y="1003"/>
                  <a:pt x="12743" y="1"/>
                  <a:pt x="8210" y="1"/>
                </a:cubicBezTo>
                <a:close/>
              </a:path>
            </a:pathLst>
          </a:custGeom>
          <a:solidFill>
            <a:srgbClr val="000000">
              <a:alpha val="156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3" name="Google Shape;2563;p47"/>
          <p:cNvGrpSpPr/>
          <p:nvPr/>
        </p:nvGrpSpPr>
        <p:grpSpPr>
          <a:xfrm>
            <a:off x="3990783" y="3612885"/>
            <a:ext cx="1162436" cy="1137342"/>
            <a:chOff x="6816275" y="3178227"/>
            <a:chExt cx="1614495" cy="1579642"/>
          </a:xfrm>
        </p:grpSpPr>
        <p:sp>
          <p:nvSpPr>
            <p:cNvPr id="2564" name="Google Shape;2564;p47"/>
            <p:cNvSpPr/>
            <p:nvPr/>
          </p:nvSpPr>
          <p:spPr>
            <a:xfrm>
              <a:off x="6833698" y="3178227"/>
              <a:ext cx="1579520" cy="1579528"/>
            </a:xfrm>
            <a:custGeom>
              <a:avLst/>
              <a:gdLst/>
              <a:ahLst/>
              <a:cxnLst/>
              <a:rect l="l" t="t" r="r" b="b"/>
              <a:pathLst>
                <a:path w="209416" h="209417" extrusionOk="0">
                  <a:moveTo>
                    <a:pt x="104711" y="1"/>
                  </a:moveTo>
                  <a:cubicBezTo>
                    <a:pt x="76937" y="1"/>
                    <a:pt x="50306" y="11036"/>
                    <a:pt x="30668" y="30669"/>
                  </a:cubicBezTo>
                  <a:cubicBezTo>
                    <a:pt x="11036" y="50306"/>
                    <a:pt x="1" y="76937"/>
                    <a:pt x="1" y="104711"/>
                  </a:cubicBezTo>
                  <a:cubicBezTo>
                    <a:pt x="1" y="132480"/>
                    <a:pt x="11036" y="159110"/>
                    <a:pt x="30668" y="178748"/>
                  </a:cubicBezTo>
                  <a:cubicBezTo>
                    <a:pt x="50306" y="198386"/>
                    <a:pt x="76937" y="209416"/>
                    <a:pt x="104711" y="209416"/>
                  </a:cubicBezTo>
                  <a:cubicBezTo>
                    <a:pt x="132480" y="209416"/>
                    <a:pt x="159110" y="198386"/>
                    <a:pt x="178748" y="178748"/>
                  </a:cubicBezTo>
                  <a:cubicBezTo>
                    <a:pt x="198385" y="159110"/>
                    <a:pt x="209415" y="132480"/>
                    <a:pt x="209415" y="104711"/>
                  </a:cubicBezTo>
                  <a:cubicBezTo>
                    <a:pt x="209415" y="76937"/>
                    <a:pt x="198385" y="50306"/>
                    <a:pt x="178748" y="30669"/>
                  </a:cubicBezTo>
                  <a:cubicBezTo>
                    <a:pt x="159110" y="11036"/>
                    <a:pt x="132480" y="1"/>
                    <a:pt x="104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6921672" y="3553294"/>
              <a:ext cx="1504653" cy="1204575"/>
            </a:xfrm>
            <a:custGeom>
              <a:avLst/>
              <a:gdLst/>
              <a:ahLst/>
              <a:cxnLst/>
              <a:rect l="l" t="t" r="r" b="b"/>
              <a:pathLst>
                <a:path w="199490" h="159705" extrusionOk="0">
                  <a:moveTo>
                    <a:pt x="182157" y="1"/>
                  </a:moveTo>
                  <a:cubicBezTo>
                    <a:pt x="175060" y="38037"/>
                    <a:pt x="150124" y="115112"/>
                    <a:pt x="64617" y="115112"/>
                  </a:cubicBezTo>
                  <a:cubicBezTo>
                    <a:pt x="46072" y="115112"/>
                    <a:pt x="24679" y="111486"/>
                    <a:pt x="0" y="103051"/>
                  </a:cubicBezTo>
                  <a:lnTo>
                    <a:pt x="0" y="103051"/>
                  </a:lnTo>
                  <a:cubicBezTo>
                    <a:pt x="15859" y="133669"/>
                    <a:pt x="46487" y="155830"/>
                    <a:pt x="83374" y="159251"/>
                  </a:cubicBezTo>
                  <a:cubicBezTo>
                    <a:pt x="86661" y="159555"/>
                    <a:pt x="89926" y="159705"/>
                    <a:pt x="93163" y="159705"/>
                  </a:cubicBezTo>
                  <a:cubicBezTo>
                    <a:pt x="146632" y="159705"/>
                    <a:pt x="192269" y="118954"/>
                    <a:pt x="197303" y="64656"/>
                  </a:cubicBezTo>
                  <a:cubicBezTo>
                    <a:pt x="199490" y="41116"/>
                    <a:pt x="193703" y="18674"/>
                    <a:pt x="182157" y="1"/>
                  </a:cubicBezTo>
                  <a:close/>
                </a:path>
              </a:pathLst>
            </a:custGeom>
            <a:solidFill>
              <a:srgbClr val="000000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6816275" y="3183431"/>
              <a:ext cx="1614495" cy="1569202"/>
            </a:xfrm>
            <a:custGeom>
              <a:avLst/>
              <a:gdLst/>
              <a:ahLst/>
              <a:cxnLst/>
              <a:rect l="l" t="t" r="r" b="b"/>
              <a:pathLst>
                <a:path w="214053" h="208048" extrusionOk="0">
                  <a:moveTo>
                    <a:pt x="94993" y="0"/>
                  </a:moveTo>
                  <a:lnTo>
                    <a:pt x="94993" y="0"/>
                  </a:lnTo>
                  <a:cubicBezTo>
                    <a:pt x="72484" y="2580"/>
                    <a:pt x="51910" y="12376"/>
                    <a:pt x="35889" y="27203"/>
                  </a:cubicBezTo>
                  <a:lnTo>
                    <a:pt x="70611" y="30427"/>
                  </a:lnTo>
                  <a:lnTo>
                    <a:pt x="86946" y="65940"/>
                  </a:lnTo>
                  <a:lnTo>
                    <a:pt x="64370" y="97836"/>
                  </a:lnTo>
                  <a:lnTo>
                    <a:pt x="25431" y="94230"/>
                  </a:lnTo>
                  <a:lnTo>
                    <a:pt x="10862" y="62559"/>
                  </a:lnTo>
                  <a:cubicBezTo>
                    <a:pt x="2086" y="82937"/>
                    <a:pt x="0" y="105574"/>
                    <a:pt x="4913" y="127214"/>
                  </a:cubicBezTo>
                  <a:lnTo>
                    <a:pt x="25094" y="98705"/>
                  </a:lnTo>
                  <a:lnTo>
                    <a:pt x="64028" y="102316"/>
                  </a:lnTo>
                  <a:lnTo>
                    <a:pt x="80346" y="137801"/>
                  </a:lnTo>
                  <a:lnTo>
                    <a:pt x="57753" y="169725"/>
                  </a:lnTo>
                  <a:lnTo>
                    <a:pt x="23003" y="166501"/>
                  </a:lnTo>
                  <a:lnTo>
                    <a:pt x="23003" y="166501"/>
                  </a:lnTo>
                  <a:cubicBezTo>
                    <a:pt x="36029" y="183997"/>
                    <a:pt x="54433" y="197393"/>
                    <a:pt x="76050" y="204061"/>
                  </a:cubicBezTo>
                  <a:lnTo>
                    <a:pt x="61442" y="172294"/>
                  </a:lnTo>
                  <a:lnTo>
                    <a:pt x="84013" y="140414"/>
                  </a:lnTo>
                  <a:lnTo>
                    <a:pt x="122969" y="144026"/>
                  </a:lnTo>
                  <a:lnTo>
                    <a:pt x="139287" y="179499"/>
                  </a:lnTo>
                  <a:lnTo>
                    <a:pt x="119071" y="208048"/>
                  </a:lnTo>
                  <a:cubicBezTo>
                    <a:pt x="141541" y="205468"/>
                    <a:pt x="162098" y="195688"/>
                    <a:pt x="178108" y="180884"/>
                  </a:cubicBezTo>
                  <a:lnTo>
                    <a:pt x="143392" y="177671"/>
                  </a:lnTo>
                  <a:lnTo>
                    <a:pt x="127051" y="142153"/>
                  </a:lnTo>
                  <a:lnTo>
                    <a:pt x="149638" y="110257"/>
                  </a:lnTo>
                  <a:lnTo>
                    <a:pt x="188566" y="113868"/>
                  </a:lnTo>
                  <a:lnTo>
                    <a:pt x="203146" y="145557"/>
                  </a:lnTo>
                  <a:cubicBezTo>
                    <a:pt x="211955" y="125162"/>
                    <a:pt x="214053" y="102490"/>
                    <a:pt x="209135" y="80828"/>
                  </a:cubicBezTo>
                  <a:lnTo>
                    <a:pt x="209135" y="80828"/>
                  </a:lnTo>
                  <a:lnTo>
                    <a:pt x="188903" y="109388"/>
                  </a:lnTo>
                  <a:lnTo>
                    <a:pt x="150020" y="105788"/>
                  </a:lnTo>
                  <a:lnTo>
                    <a:pt x="133685" y="70269"/>
                  </a:lnTo>
                  <a:lnTo>
                    <a:pt x="156278" y="38367"/>
                  </a:lnTo>
                  <a:lnTo>
                    <a:pt x="191078" y="41597"/>
                  </a:lnTo>
                  <a:cubicBezTo>
                    <a:pt x="178052" y="24074"/>
                    <a:pt x="159631" y="10660"/>
                    <a:pt x="137986" y="3987"/>
                  </a:cubicBezTo>
                  <a:lnTo>
                    <a:pt x="137986" y="3987"/>
                  </a:lnTo>
                  <a:lnTo>
                    <a:pt x="152594" y="35738"/>
                  </a:lnTo>
                  <a:lnTo>
                    <a:pt x="129989" y="67678"/>
                  </a:lnTo>
                  <a:lnTo>
                    <a:pt x="91095" y="64067"/>
                  </a:lnTo>
                  <a:lnTo>
                    <a:pt x="74772" y="28565"/>
                  </a:lnTo>
                  <a:lnTo>
                    <a:pt x="949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8" name="Picture 4" descr="Ficheiro:Brasao do Sao Paulo Futebol Clube.svg – Wikipédia, a enciclopédia  livre">
            <a:extLst>
              <a:ext uri="{FF2B5EF4-FFF2-40B4-BE49-F238E27FC236}">
                <a16:creationId xmlns:a16="http://schemas.microsoft.com/office/drawing/2014/main" id="{7801C6A8-A327-4DFE-897C-DE2FB1AE0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198" y="2771070"/>
            <a:ext cx="742767" cy="74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cheiro:Palmeiras logo.svg – Wikipédia, a enciclopédia livre">
            <a:extLst>
              <a:ext uri="{FF2B5EF4-FFF2-40B4-BE49-F238E27FC236}">
                <a16:creationId xmlns:a16="http://schemas.microsoft.com/office/drawing/2014/main" id="{DF683D14-7FDE-4F00-A33A-407C98FAD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384" y="3241501"/>
            <a:ext cx="742767" cy="742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cheiro:Santos Logo.png – Wikipédia, a enciclopédia livre">
            <a:extLst>
              <a:ext uri="{FF2B5EF4-FFF2-40B4-BE49-F238E27FC236}">
                <a16:creationId xmlns:a16="http://schemas.microsoft.com/office/drawing/2014/main" id="{9A035784-73AB-4E1B-A2C7-779749E06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646" y="2645050"/>
            <a:ext cx="866274" cy="86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cheiro:Corinthians simbolo.png – Wikipédia, a enciclopédia livre">
            <a:extLst>
              <a:ext uri="{FF2B5EF4-FFF2-40B4-BE49-F238E27FC236}">
                <a16:creationId xmlns:a16="http://schemas.microsoft.com/office/drawing/2014/main" id="{A640FC47-59B6-4950-90F9-D2D01220B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848" y="3161824"/>
            <a:ext cx="711483" cy="90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48"/>
          <p:cNvSpPr txBox="1">
            <a:spLocks noGrp="1"/>
          </p:cNvSpPr>
          <p:nvPr>
            <p:ph type="body" idx="1"/>
          </p:nvPr>
        </p:nvSpPr>
        <p:spPr>
          <a:xfrm>
            <a:off x="1914082" y="1380287"/>
            <a:ext cx="4915921" cy="2007439"/>
          </a:xfrm>
          <a:prstGeom prst="rect">
            <a:avLst/>
          </a:prstGeom>
          <a:gradFill flip="none" rotWithShape="1">
            <a:gsLst>
              <a:gs pos="0">
                <a:schemeClr val="dk1">
                  <a:shade val="30000"/>
                  <a:satMod val="115000"/>
                </a:schemeClr>
              </a:gs>
              <a:gs pos="50000">
                <a:schemeClr val="dk1">
                  <a:shade val="67500"/>
                  <a:satMod val="115000"/>
                </a:schemeClr>
              </a:gs>
              <a:gs pos="100000">
                <a:schemeClr val="dk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571500" indent="-571500" algn="just">
              <a:buSzPts val="35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Logística no Futebol</a:t>
            </a:r>
          </a:p>
          <a:p>
            <a:pPr marL="571500" indent="-571500" algn="just">
              <a:buSzPts val="35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Apresentação</a:t>
            </a:r>
          </a:p>
          <a:p>
            <a:pPr marL="571500" indent="-571500" algn="just">
              <a:buSzPts val="3500"/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accent5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Clubes Paulistas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572" name="Google Shape;2572;p48"/>
          <p:cNvSpPr txBox="1">
            <a:spLocks noGrp="1"/>
          </p:cNvSpPr>
          <p:nvPr>
            <p:ph type="title"/>
          </p:nvPr>
        </p:nvSpPr>
        <p:spPr>
          <a:xfrm>
            <a:off x="464854" y="336382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 :  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573" name="Google Shape;2573;p48"/>
          <p:cNvGrpSpPr/>
          <p:nvPr/>
        </p:nvGrpSpPr>
        <p:grpSpPr>
          <a:xfrm rot="10800000">
            <a:off x="6423677" y="-389126"/>
            <a:ext cx="3672473" cy="6031299"/>
            <a:chOff x="237850" y="660025"/>
            <a:chExt cx="2725600" cy="4476250"/>
          </a:xfrm>
        </p:grpSpPr>
        <p:sp>
          <p:nvSpPr>
            <p:cNvPr id="2574" name="Google Shape;2574;p48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48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8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8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8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48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48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48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48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8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48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48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48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48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48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8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8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8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8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8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8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8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8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8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8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8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8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48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48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48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8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8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8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8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8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8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8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48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8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8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48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48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48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8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8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48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48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48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8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48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11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F078389-A40D-4758-A9B7-5A741A7E3F43}"/>
              </a:ext>
            </a:extLst>
          </p:cNvPr>
          <p:cNvSpPr/>
          <p:nvPr/>
        </p:nvSpPr>
        <p:spPr>
          <a:xfrm>
            <a:off x="4478694" y="1566870"/>
            <a:ext cx="1670670" cy="138499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­</a:t>
            </a: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7E674C-9EBF-4802-8B6A-1692755F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83" y="996903"/>
            <a:ext cx="1670670" cy="22275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04A7E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D6BCB5-3F19-4D02-AF8E-5DF416251C6F}"/>
              </a:ext>
            </a:extLst>
          </p:cNvPr>
          <p:cNvSpPr/>
          <p:nvPr/>
        </p:nvSpPr>
        <p:spPr>
          <a:xfrm>
            <a:off x="2676788" y="572572"/>
            <a:ext cx="116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500"/>
            </a:pPr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sym typeface="Squada One"/>
              </a:rPr>
              <a:t>Pedro Dias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29195-B851-45D6-861A-BA7741AA259B}"/>
              </a:ext>
            </a:extLst>
          </p:cNvPr>
          <p:cNvSpPr/>
          <p:nvPr/>
        </p:nvSpPr>
        <p:spPr>
          <a:xfrm>
            <a:off x="4679881" y="1602852"/>
            <a:ext cx="126829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- 19 Anos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PPCP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São Paulo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Goleiro</a:t>
            </a:r>
          </a:p>
        </p:txBody>
      </p:sp>
      <p:pic>
        <p:nvPicPr>
          <p:cNvPr id="10" name="Picture 4" descr="Ficheiro:Brasao do Sao Paulo Futebol Clube.svg – Wikipédia, a enciclopédia  livre">
            <a:extLst>
              <a:ext uri="{FF2B5EF4-FFF2-40B4-BE49-F238E27FC236}">
                <a16:creationId xmlns:a16="http://schemas.microsoft.com/office/drawing/2014/main" id="{21382C31-A028-484B-9934-AE093225F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198" y="242424"/>
            <a:ext cx="994460" cy="991096"/>
          </a:xfrm>
          <a:prstGeom prst="rect">
            <a:avLst/>
          </a:prstGeom>
          <a:noFill/>
          <a:effectLst>
            <a:outerShdw blurRad="279400" dist="50800" dir="5400000" algn="ctr" rotWithShape="0">
              <a:srgbClr val="000000"/>
            </a:outerShdw>
            <a:reflection blurRad="444500"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42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F078389-A40D-4758-A9B7-5A741A7E3F43}"/>
              </a:ext>
            </a:extLst>
          </p:cNvPr>
          <p:cNvSpPr/>
          <p:nvPr/>
        </p:nvSpPr>
        <p:spPr>
          <a:xfrm>
            <a:off x="4270960" y="1610260"/>
            <a:ext cx="1670670" cy="138499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­</a:t>
            </a: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7E674C-9EBF-4802-8B6A-1692755F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61" y="1339802"/>
            <a:ext cx="2439546" cy="18296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04A7E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D6BCB5-3F19-4D02-AF8E-5DF416251C6F}"/>
              </a:ext>
            </a:extLst>
          </p:cNvPr>
          <p:cNvSpPr/>
          <p:nvPr/>
        </p:nvSpPr>
        <p:spPr>
          <a:xfrm>
            <a:off x="2137474" y="916333"/>
            <a:ext cx="13609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500"/>
            </a:pPr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sym typeface="Squada One"/>
              </a:rPr>
              <a:t>Pedro Afonso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29195-B851-45D6-861A-BA7741AA259B}"/>
              </a:ext>
            </a:extLst>
          </p:cNvPr>
          <p:cNvSpPr/>
          <p:nvPr/>
        </p:nvSpPr>
        <p:spPr>
          <a:xfrm>
            <a:off x="4343069" y="1610260"/>
            <a:ext cx="166584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- 19 Anos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Logística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Corinthians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-Meia Atacante</a:t>
            </a:r>
          </a:p>
        </p:txBody>
      </p:sp>
      <p:pic>
        <p:nvPicPr>
          <p:cNvPr id="12" name="Picture 10" descr="Ficheiro:Corinthians simbolo.png – Wikipédia, a enciclopédia livre">
            <a:extLst>
              <a:ext uri="{FF2B5EF4-FFF2-40B4-BE49-F238E27FC236}">
                <a16:creationId xmlns:a16="http://schemas.microsoft.com/office/drawing/2014/main" id="{4ECB5AD9-A69E-4336-B489-B7E564AB1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219" y="455544"/>
            <a:ext cx="862152" cy="1093160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40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F078389-A40D-4758-A9B7-5A741A7E3F43}"/>
              </a:ext>
            </a:extLst>
          </p:cNvPr>
          <p:cNvSpPr/>
          <p:nvPr/>
        </p:nvSpPr>
        <p:spPr>
          <a:xfrm>
            <a:off x="4428168" y="1603814"/>
            <a:ext cx="1670670" cy="138499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­</a:t>
            </a: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7E674C-9EBF-4802-8B6A-1692755F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44" y="1058779"/>
            <a:ext cx="1528102" cy="22275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04A7E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D6BCB5-3F19-4D02-AF8E-5DF416251C6F}"/>
              </a:ext>
            </a:extLst>
          </p:cNvPr>
          <p:cNvSpPr/>
          <p:nvPr/>
        </p:nvSpPr>
        <p:spPr>
          <a:xfrm>
            <a:off x="2807417" y="634446"/>
            <a:ext cx="116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500"/>
            </a:pPr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sym typeface="Squada One"/>
              </a:rPr>
              <a:t>Davi Pais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29195-B851-45D6-861A-BA7741AA259B}"/>
              </a:ext>
            </a:extLst>
          </p:cNvPr>
          <p:cNvSpPr/>
          <p:nvPr/>
        </p:nvSpPr>
        <p:spPr>
          <a:xfrm>
            <a:off x="4510124" y="1634591"/>
            <a:ext cx="163538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- 18 Anos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- 2 Empregos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Santos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Faixa Marrom</a:t>
            </a:r>
          </a:p>
        </p:txBody>
      </p:sp>
      <p:pic>
        <p:nvPicPr>
          <p:cNvPr id="10" name="Picture 8" descr="Ficheiro:Santos Logo.png – Wikipédia, a enciclopédia livre">
            <a:extLst>
              <a:ext uri="{FF2B5EF4-FFF2-40B4-BE49-F238E27FC236}">
                <a16:creationId xmlns:a16="http://schemas.microsoft.com/office/drawing/2014/main" id="{5CE86395-43A5-441B-8C59-DBF45176A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46" y="376049"/>
            <a:ext cx="1078312" cy="1078312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F078389-A40D-4758-A9B7-5A741A7E3F43}"/>
              </a:ext>
            </a:extLst>
          </p:cNvPr>
          <p:cNvSpPr/>
          <p:nvPr/>
        </p:nvSpPr>
        <p:spPr>
          <a:xfrm>
            <a:off x="4389039" y="1374102"/>
            <a:ext cx="1670670" cy="1815882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7E674C-9EBF-4802-8B6A-1692755F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48" y="1113262"/>
            <a:ext cx="1669540" cy="22275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04A7E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D6BCB5-3F19-4D02-AF8E-5DF416251C6F}"/>
              </a:ext>
            </a:extLst>
          </p:cNvPr>
          <p:cNvSpPr/>
          <p:nvPr/>
        </p:nvSpPr>
        <p:spPr>
          <a:xfrm>
            <a:off x="2676788" y="675700"/>
            <a:ext cx="116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500"/>
            </a:pPr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sym typeface="Squada One"/>
              </a:rPr>
              <a:t>Luiz Massa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29195-B851-45D6-861A-BA7741AA259B}"/>
              </a:ext>
            </a:extLst>
          </p:cNvPr>
          <p:cNvSpPr/>
          <p:nvPr/>
        </p:nvSpPr>
        <p:spPr>
          <a:xfrm>
            <a:off x="4524973" y="1454103"/>
            <a:ext cx="140143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- 26 Anos</a:t>
            </a:r>
          </a:p>
          <a:p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PPCP</a:t>
            </a:r>
          </a:p>
          <a:p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Corinthians</a:t>
            </a:r>
          </a:p>
          <a:p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</a:t>
            </a:r>
            <a:r>
              <a:rPr lang="pt-BR" sz="16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Adestramento de Cachorro</a:t>
            </a:r>
          </a:p>
        </p:txBody>
      </p:sp>
      <p:pic>
        <p:nvPicPr>
          <p:cNvPr id="10" name="Picture 10" descr="Ficheiro:Corinthians simbolo.png – Wikipédia, a enciclopédia livre">
            <a:extLst>
              <a:ext uri="{FF2B5EF4-FFF2-40B4-BE49-F238E27FC236}">
                <a16:creationId xmlns:a16="http://schemas.microsoft.com/office/drawing/2014/main" id="{E779F935-A047-41FF-9300-90CAE04B3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567" y="190010"/>
            <a:ext cx="852862" cy="1081381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06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F078389-A40D-4758-A9B7-5A741A7E3F43}"/>
              </a:ext>
            </a:extLst>
          </p:cNvPr>
          <p:cNvSpPr/>
          <p:nvPr/>
        </p:nvSpPr>
        <p:spPr>
          <a:xfrm>
            <a:off x="4371336" y="1402031"/>
            <a:ext cx="1686284" cy="143708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­</a:t>
            </a: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  <a:p>
            <a:endParaRPr lang="pt-BR" dirty="0">
              <a:solidFill>
                <a:schemeClr val="accent5">
                  <a:lumMod val="90000"/>
                </a:schemeClr>
              </a:solidFill>
              <a:latin typeface="Squada One"/>
              <a:ea typeface="Red Hat Text"/>
              <a:cs typeface="Red Hat Text"/>
              <a:sym typeface="Red Hat Tex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7E674C-9EBF-4802-8B6A-1692755F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434" y="1251286"/>
            <a:ext cx="2281142" cy="17385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304A7E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0D6BCB5-3F19-4D02-AF8E-5DF416251C6F}"/>
              </a:ext>
            </a:extLst>
          </p:cNvPr>
          <p:cNvSpPr/>
          <p:nvPr/>
        </p:nvSpPr>
        <p:spPr>
          <a:xfrm>
            <a:off x="2282732" y="813202"/>
            <a:ext cx="1560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ts val="3500"/>
            </a:pPr>
            <a:r>
              <a:rPr lang="pt-BR" sz="1800" dirty="0">
                <a:solidFill>
                  <a:schemeClr val="accent5">
                    <a:lumMod val="90000"/>
                  </a:schemeClr>
                </a:solidFill>
                <a:latin typeface="Squada One"/>
                <a:sym typeface="Squada One"/>
              </a:rPr>
              <a:t>Kauan Ziviani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529195-B851-45D6-861A-BA7741AA259B}"/>
              </a:ext>
            </a:extLst>
          </p:cNvPr>
          <p:cNvSpPr/>
          <p:nvPr/>
        </p:nvSpPr>
        <p:spPr>
          <a:xfrm>
            <a:off x="4413616" y="1458854"/>
            <a:ext cx="160172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- 21 Anos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Almoxarifado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São Paulo </a:t>
            </a:r>
          </a:p>
          <a:p>
            <a:r>
              <a:rPr lang="pt-BR" sz="2000" dirty="0">
                <a:solidFill>
                  <a:schemeClr val="accent5">
                    <a:lumMod val="90000"/>
                  </a:schemeClr>
                </a:solidFill>
                <a:latin typeface="Squada One"/>
                <a:ea typeface="Red Hat Text"/>
                <a:cs typeface="Red Hat Text"/>
                <a:sym typeface="Red Hat Text"/>
              </a:rPr>
              <a:t>- Organização</a:t>
            </a:r>
          </a:p>
        </p:txBody>
      </p:sp>
      <p:pic>
        <p:nvPicPr>
          <p:cNvPr id="10" name="Picture 4" descr="Ficheiro:Brasao do Sao Paulo Futebol Clube.svg – Wikipédia, a enciclopédia  livre">
            <a:extLst>
              <a:ext uri="{FF2B5EF4-FFF2-40B4-BE49-F238E27FC236}">
                <a16:creationId xmlns:a16="http://schemas.microsoft.com/office/drawing/2014/main" id="{3A914504-98CB-468D-9B60-2B54EBA3D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25" y="300752"/>
            <a:ext cx="999304" cy="995923"/>
          </a:xfrm>
          <a:prstGeom prst="rect">
            <a:avLst/>
          </a:prstGeom>
          <a:noFill/>
          <a:effectLst>
            <a:outerShdw blurRad="279400" dist="50800" dir="5400000" algn="ctr" rotWithShape="0">
              <a:srgbClr val="000000"/>
            </a:outerShdw>
            <a:reflection blurRad="444500"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18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cheiro:Brasao do Sao Paulo Futebol Clube.svg – Wikipédia, a enciclopédia  livre">
            <a:extLst>
              <a:ext uri="{FF2B5EF4-FFF2-40B4-BE49-F238E27FC236}">
                <a16:creationId xmlns:a16="http://schemas.microsoft.com/office/drawing/2014/main" id="{8BEBFC85-05C5-44A8-AF68-81A049148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175" y="179478"/>
            <a:ext cx="1287649" cy="1283293"/>
          </a:xfrm>
          <a:prstGeom prst="rect">
            <a:avLst/>
          </a:prstGeom>
          <a:noFill/>
          <a:effectLst>
            <a:outerShdw blurRad="279400" dist="50800" dir="5400000" algn="ctr" rotWithShape="0">
              <a:srgbClr val="000000"/>
            </a:outerShdw>
            <a:reflection blurRad="444500"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E0D5C95-E344-4FFF-9ECF-ACB651B212E0}"/>
              </a:ext>
            </a:extLst>
          </p:cNvPr>
          <p:cNvSpPr/>
          <p:nvPr/>
        </p:nvSpPr>
        <p:spPr>
          <a:xfrm>
            <a:off x="2971799" y="1043524"/>
            <a:ext cx="3200400" cy="646331"/>
          </a:xfrm>
          <a:prstGeom prst="rect">
            <a:avLst/>
          </a:prstGeom>
          <a:effectLst>
            <a:glow>
              <a:schemeClr val="accent1">
                <a:alpha val="51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buSzPts val="3500"/>
            </a:pPr>
            <a:r>
              <a:rPr lang="pt-BR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O So</a:t>
            </a:r>
            <a:r>
              <a:rPr lang="pt-BR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ber</a:t>
            </a:r>
            <a:r>
              <a:rPr lang="pt-BR" sz="3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quada One"/>
                <a:sym typeface="Squada One"/>
              </a:rPr>
              <a:t>ano</a:t>
            </a:r>
            <a:endParaRPr lang="pt-BR" sz="3600" dirty="0"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quada One"/>
              <a:sym typeface="Squada One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C0E6DDC-404C-4357-946E-ED813ED64A9E}"/>
              </a:ext>
            </a:extLst>
          </p:cNvPr>
          <p:cNvSpPr/>
          <p:nvPr/>
        </p:nvSpPr>
        <p:spPr>
          <a:xfrm>
            <a:off x="2041931" y="1689855"/>
            <a:ext cx="545989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Fundação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Estádio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Tricampeão Brasileiro</a:t>
            </a:r>
          </a:p>
        </p:txBody>
      </p:sp>
    </p:spTree>
    <p:extLst>
      <p:ext uri="{BB962C8B-B14F-4D97-AF65-F5344CB8AC3E}">
        <p14:creationId xmlns:p14="http://schemas.microsoft.com/office/powerpoint/2010/main" val="999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Ficheiro:Palmeiras logo.svg – Wikipédia, a enciclopédia livre">
            <a:extLst>
              <a:ext uri="{FF2B5EF4-FFF2-40B4-BE49-F238E27FC236}">
                <a16:creationId xmlns:a16="http://schemas.microsoft.com/office/drawing/2014/main" id="{145AEA7E-B275-40EE-BF99-350101451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02" y="280597"/>
            <a:ext cx="1273196" cy="1273196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773CB45-056A-4486-92A8-AD4BBF0F6D70}"/>
              </a:ext>
            </a:extLst>
          </p:cNvPr>
          <p:cNvSpPr/>
          <p:nvPr/>
        </p:nvSpPr>
        <p:spPr>
          <a:xfrm>
            <a:off x="3124774" y="1182501"/>
            <a:ext cx="2990707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SzPts val="3500"/>
            </a:pPr>
            <a:r>
              <a:rPr lang="pt-BR" sz="36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Palestra Itália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4A94B0-FF23-4ADA-946C-92E10CF2CF12}"/>
              </a:ext>
            </a:extLst>
          </p:cNvPr>
          <p:cNvSpPr/>
          <p:nvPr/>
        </p:nvSpPr>
        <p:spPr>
          <a:xfrm>
            <a:off x="1890180" y="1807406"/>
            <a:ext cx="545989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Mudança do Nome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Arrancada Histórica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Árbitro e Jogador</a:t>
            </a:r>
          </a:p>
        </p:txBody>
      </p:sp>
    </p:spTree>
    <p:extLst>
      <p:ext uri="{BB962C8B-B14F-4D97-AF65-F5344CB8AC3E}">
        <p14:creationId xmlns:p14="http://schemas.microsoft.com/office/powerpoint/2010/main" val="261916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Ficheiro:Corinthians simbolo.png – Wikipédia, a enciclopédia livre">
            <a:extLst>
              <a:ext uri="{FF2B5EF4-FFF2-40B4-BE49-F238E27FC236}">
                <a16:creationId xmlns:a16="http://schemas.microsoft.com/office/drawing/2014/main" id="{48585C16-493A-4760-9D0A-7B71742BD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620" y="185629"/>
            <a:ext cx="1222760" cy="1550390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D9DFDB3-A60E-4A8E-BBE6-5EC461D8D9A5}"/>
              </a:ext>
            </a:extLst>
          </p:cNvPr>
          <p:cNvSpPr/>
          <p:nvPr/>
        </p:nvSpPr>
        <p:spPr>
          <a:xfrm>
            <a:off x="3076646" y="1237503"/>
            <a:ext cx="2990707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SzPts val="3500"/>
            </a:pPr>
            <a:r>
              <a:rPr lang="pt-BR" sz="3600" dirty="0">
                <a:solidFill>
                  <a:srgbClr val="FF0000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Time</a:t>
            </a:r>
            <a:r>
              <a:rPr lang="pt-BR" sz="36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 </a:t>
            </a:r>
            <a:r>
              <a:rPr lang="pt-BR" sz="3600" dirty="0">
                <a:solidFill>
                  <a:schemeClr val="accent5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do</a:t>
            </a:r>
            <a:r>
              <a:rPr lang="pt-BR" sz="36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 </a:t>
            </a:r>
            <a:r>
              <a:rPr lang="pt-BR" sz="3600" dirty="0">
                <a:solidFill>
                  <a:schemeClr val="bg1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Povo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8C907D-80B2-45A8-AC88-95FAE16A55DD}"/>
              </a:ext>
            </a:extLst>
          </p:cNvPr>
          <p:cNvSpPr/>
          <p:nvPr/>
        </p:nvSpPr>
        <p:spPr>
          <a:xfrm>
            <a:off x="1890180" y="1807406"/>
            <a:ext cx="545989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Invasão de 1976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Título Paulista de 1977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Mundial 2012</a:t>
            </a:r>
          </a:p>
        </p:txBody>
      </p:sp>
    </p:spTree>
    <p:extLst>
      <p:ext uri="{BB962C8B-B14F-4D97-AF65-F5344CB8AC3E}">
        <p14:creationId xmlns:p14="http://schemas.microsoft.com/office/powerpoint/2010/main" val="171513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Ficheiro:Santos Logo.png – Wikipédia, a enciclopédia livre">
            <a:extLst>
              <a:ext uri="{FF2B5EF4-FFF2-40B4-BE49-F238E27FC236}">
                <a16:creationId xmlns:a16="http://schemas.microsoft.com/office/drawing/2014/main" id="{0129A601-03C8-4A9F-BCB7-F4C90C7CC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256" y="223862"/>
            <a:ext cx="1473764" cy="1473764"/>
          </a:xfrm>
          <a:prstGeom prst="rect">
            <a:avLst/>
          </a:prstGeom>
          <a:noFill/>
          <a:effectLst>
            <a:outerShdw blurRad="279400" dist="152400" dir="5400000" sx="107000" sy="107000" algn="t" rotWithShape="0">
              <a:prstClr val="black">
                <a:alpha val="57000"/>
              </a:prstClr>
            </a:outerShdw>
            <a:reflection blurRad="457200" endPos="28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D615C0E-4816-4631-A031-011A7DCF92C9}"/>
              </a:ext>
            </a:extLst>
          </p:cNvPr>
          <p:cNvSpPr/>
          <p:nvPr/>
        </p:nvSpPr>
        <p:spPr>
          <a:xfrm>
            <a:off x="2988987" y="1271879"/>
            <a:ext cx="3166025" cy="6463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SzPts val="3500"/>
            </a:pPr>
            <a:r>
              <a:rPr lang="pt-BR" sz="3600" dirty="0">
                <a:solidFill>
                  <a:schemeClr val="bg1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Alvi</a:t>
            </a:r>
            <a:r>
              <a:rPr lang="pt-BR" sz="3600" dirty="0">
                <a:solidFill>
                  <a:schemeClr val="bg2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negro Prai</a:t>
            </a:r>
            <a:r>
              <a:rPr lang="pt-BR" sz="3600" dirty="0">
                <a:solidFill>
                  <a:schemeClr val="bg1"/>
                </a:solidFill>
                <a:effectLst>
                  <a:outerShdw blurRad="38100" dist="38100" dir="3300000" algn="tl">
                    <a:schemeClr val="bg2">
                      <a:alpha val="43000"/>
                    </a:schemeClr>
                  </a:outerShdw>
                </a:effectLst>
                <a:latin typeface="Squada One"/>
                <a:sym typeface="Squada One"/>
              </a:rPr>
              <a:t>ano</a:t>
            </a:r>
            <a:endParaRPr lang="pt-BR" sz="3600" dirty="0">
              <a:solidFill>
                <a:schemeClr val="bg2"/>
              </a:solidFill>
              <a:effectLst>
                <a:outerShdw blurRad="38100" dist="38100" dir="3300000" algn="tl">
                  <a:schemeClr val="bg2">
                    <a:alpha val="43000"/>
                  </a:schemeClr>
                </a:outerShdw>
              </a:effectLst>
              <a:latin typeface="Squada One"/>
              <a:sym typeface="Squada One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CD4EBC-29A8-4D1C-AF39-2C34D709A887}"/>
              </a:ext>
            </a:extLst>
          </p:cNvPr>
          <p:cNvSpPr/>
          <p:nvPr/>
        </p:nvSpPr>
        <p:spPr>
          <a:xfrm>
            <a:off x="1890180" y="1918210"/>
            <a:ext cx="545989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Guerra Interrompida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Rei do Futebol</a:t>
            </a:r>
          </a:p>
          <a:p>
            <a:pPr marL="571500" indent="-571500">
              <a:buClr>
                <a:schemeClr val="dk2"/>
              </a:buClr>
              <a:buSzPts val="3500"/>
              <a:buFont typeface="Arial" panose="020B0604020202020204" pitchFamily="34" charset="0"/>
              <a:buChar char="•"/>
            </a:pPr>
            <a:r>
              <a:rPr lang="pt-BR" sz="3800" dirty="0">
                <a:solidFill>
                  <a:schemeClr val="dk2"/>
                </a:solidFill>
                <a:latin typeface="Squada One"/>
                <a:sym typeface="Squada One"/>
              </a:rPr>
              <a:t>Peixe</a:t>
            </a:r>
          </a:p>
        </p:txBody>
      </p:sp>
    </p:spTree>
    <p:extLst>
      <p:ext uri="{BB962C8B-B14F-4D97-AF65-F5344CB8AC3E}">
        <p14:creationId xmlns:p14="http://schemas.microsoft.com/office/powerpoint/2010/main" val="3079054229"/>
      </p:ext>
    </p:extLst>
  </p:cSld>
  <p:clrMapOvr>
    <a:masterClrMapping/>
  </p:clrMapOvr>
</p:sld>
</file>

<file path=ppt/theme/theme1.xml><?xml version="1.0" encoding="utf-8"?>
<a:theme xmlns:a="http://schemas.openxmlformats.org/drawingml/2006/main" name="Football Field Backgrounds by Slidesgo">
  <a:themeElements>
    <a:clrScheme name="Simple Light">
      <a:dk1>
        <a:srgbClr val="334F86"/>
      </a:dk1>
      <a:lt1>
        <a:srgbClr val="0E0F21"/>
      </a:lt1>
      <a:dk2>
        <a:srgbClr val="FFFFFF"/>
      </a:dk2>
      <a:lt2>
        <a:srgbClr val="000000"/>
      </a:lt2>
      <a:accent1>
        <a:srgbClr val="80BE4B"/>
      </a:accent1>
      <a:accent2>
        <a:srgbClr val="75B23A"/>
      </a:accent2>
      <a:accent3>
        <a:srgbClr val="C43E54"/>
      </a:accent3>
      <a:accent4>
        <a:srgbClr val="FFCD00"/>
      </a:accent4>
      <a:accent5>
        <a:srgbClr val="E2E2E2"/>
      </a:accent5>
      <a:accent6>
        <a:srgbClr val="90919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112</Words>
  <Application>Microsoft Office PowerPoint</Application>
  <PresentationFormat>Apresentação na tela (16:9)</PresentationFormat>
  <Paragraphs>68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Red Hat Text</vt:lpstr>
      <vt:lpstr>Arial</vt:lpstr>
      <vt:lpstr>Roboto Condensed Light</vt:lpstr>
      <vt:lpstr>Bebas Neue</vt:lpstr>
      <vt:lpstr>Squada One</vt:lpstr>
      <vt:lpstr>Nunito Light</vt:lpstr>
      <vt:lpstr>Football Field Backgrounds by Slidesgo</vt:lpstr>
      <vt:lpstr>FUTEBOL PAULISTA</vt:lpstr>
      <vt:lpstr>TÓPICOS :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FUTEBOL PAULISTA</dc:title>
  <dc:creator>Fatec</dc:creator>
  <cp:lastModifiedBy>Fatec</cp:lastModifiedBy>
  <cp:revision>19</cp:revision>
  <dcterms:modified xsi:type="dcterms:W3CDTF">2025-08-29T01:13:05Z</dcterms:modified>
</cp:coreProperties>
</file>